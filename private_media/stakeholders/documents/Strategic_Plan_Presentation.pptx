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70" r:id="rId12"/>
    <p:sldId id="272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1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0A0851-4532-4C1B-A51E-F4E704666123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EB403C4-5739-44F3-A211-E3445DA9141C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 Narrow" panose="020B0004020202020204" pitchFamily="34" charset="0"/>
            </a:rPr>
            <a:t>Objectives of the Orientation Meeting</a:t>
          </a:r>
          <a:endParaRPr lang="en-US" b="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  <a:latin typeface="Aptos Narrow" panose="020B0004020202020204" pitchFamily="34" charset="0"/>
          </a:endParaRPr>
        </a:p>
      </dgm:t>
    </dgm:pt>
    <dgm:pt modelId="{0F7F5F0B-B526-4BC2-8E10-199DC764A8B8}" type="parTrans" cxnId="{52846999-57CD-4FBC-93C4-6823EA6426EC}">
      <dgm:prSet/>
      <dgm:spPr/>
      <dgm:t>
        <a:bodyPr/>
        <a:lstStyle/>
        <a:p>
          <a:endParaRPr lang="en-US"/>
        </a:p>
      </dgm:t>
    </dgm:pt>
    <dgm:pt modelId="{116E4B13-7CDF-431A-BDC5-3E58ACB5B01B}" type="sibTrans" cxnId="{52846999-57CD-4FBC-93C4-6823EA6426EC}">
      <dgm:prSet/>
      <dgm:spPr/>
      <dgm:t>
        <a:bodyPr/>
        <a:lstStyle/>
        <a:p>
          <a:endParaRPr lang="en-US"/>
        </a:p>
      </dgm:t>
    </dgm:pt>
    <dgm:pt modelId="{BF1C3648-9D14-4050-8D9C-50B76752B98D}">
      <dgm:prSet/>
      <dgm:spPr/>
      <dgm:t>
        <a:bodyPr/>
        <a:lstStyle/>
        <a:p>
          <a:r>
            <a:rPr lang="en-US"/>
            <a:t>Introduce the 3-Year Strategic Plan</a:t>
          </a:r>
        </a:p>
      </dgm:t>
    </dgm:pt>
    <dgm:pt modelId="{48A8043A-3F6B-4E46-A096-12CDACF1C13B}" type="parTrans" cxnId="{31BD30CE-E47E-4E0F-A014-8200696C94C5}">
      <dgm:prSet/>
      <dgm:spPr/>
      <dgm:t>
        <a:bodyPr/>
        <a:lstStyle/>
        <a:p>
          <a:endParaRPr lang="en-US"/>
        </a:p>
      </dgm:t>
    </dgm:pt>
    <dgm:pt modelId="{3FC11D0F-D17B-4A35-84D4-3057B6AEB90C}" type="sibTrans" cxnId="{31BD30CE-E47E-4E0F-A014-8200696C94C5}">
      <dgm:prSet/>
      <dgm:spPr/>
      <dgm:t>
        <a:bodyPr/>
        <a:lstStyle/>
        <a:p>
          <a:endParaRPr lang="en-US"/>
        </a:p>
      </dgm:t>
    </dgm:pt>
    <dgm:pt modelId="{B9574438-99D9-47D4-8079-326A2475E7E7}">
      <dgm:prSet/>
      <dgm:spPr/>
      <dgm:t>
        <a:bodyPr/>
        <a:lstStyle/>
        <a:p>
          <a:r>
            <a:rPr lang="en-US" dirty="0"/>
            <a:t>Align all leaders and members with the organization’s goals  </a:t>
          </a:r>
        </a:p>
      </dgm:t>
    </dgm:pt>
    <dgm:pt modelId="{C5DEF2E9-46DC-4231-8E8F-37AC44FB93B6}" type="parTrans" cxnId="{BF71C5BB-1E56-4612-85ED-90415F252882}">
      <dgm:prSet/>
      <dgm:spPr/>
      <dgm:t>
        <a:bodyPr/>
        <a:lstStyle/>
        <a:p>
          <a:endParaRPr lang="en-US"/>
        </a:p>
      </dgm:t>
    </dgm:pt>
    <dgm:pt modelId="{ADE18E4F-B9BA-42DE-B2FA-38452CD7BC29}" type="sibTrans" cxnId="{BF71C5BB-1E56-4612-85ED-90415F252882}">
      <dgm:prSet/>
      <dgm:spPr/>
      <dgm:t>
        <a:bodyPr/>
        <a:lstStyle/>
        <a:p>
          <a:endParaRPr lang="en-US"/>
        </a:p>
      </dgm:t>
    </dgm:pt>
    <dgm:pt modelId="{664448A7-2840-4552-8867-01F98F757290}">
      <dgm:prSet/>
      <dgm:spPr/>
      <dgm:t>
        <a:bodyPr/>
        <a:lstStyle/>
        <a:p>
          <a:r>
            <a:rPr lang="en-US" dirty="0"/>
            <a:t>Discuss roles and responsibilities in implementing the plan  </a:t>
          </a:r>
        </a:p>
      </dgm:t>
    </dgm:pt>
    <dgm:pt modelId="{896996D4-955B-489C-96D9-FD30BD14769F}" type="parTrans" cxnId="{AD67C593-EE8B-440B-9770-ABCBF6B09A8D}">
      <dgm:prSet/>
      <dgm:spPr/>
      <dgm:t>
        <a:bodyPr/>
        <a:lstStyle/>
        <a:p>
          <a:endParaRPr lang="en-US"/>
        </a:p>
      </dgm:t>
    </dgm:pt>
    <dgm:pt modelId="{96C14763-44DB-4C0C-8B22-07916E796D71}" type="sibTrans" cxnId="{AD67C593-EE8B-440B-9770-ABCBF6B09A8D}">
      <dgm:prSet/>
      <dgm:spPr/>
      <dgm:t>
        <a:bodyPr/>
        <a:lstStyle/>
        <a:p>
          <a:endParaRPr lang="en-US"/>
        </a:p>
      </dgm:t>
    </dgm:pt>
    <dgm:pt modelId="{1DAB3F9A-6B60-4ADF-BE1C-F8828454BBA0}" type="pres">
      <dgm:prSet presAssocID="{240A0851-4532-4C1B-A51E-F4E70466612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D7AEAA-E7A7-4578-B477-66C07BDDDF87}" type="pres">
      <dgm:prSet presAssocID="{DEB403C4-5739-44F3-A211-E3445DA9141C}" presName="hierRoot1" presStyleCnt="0">
        <dgm:presLayoutVars>
          <dgm:hierBranch val="init"/>
        </dgm:presLayoutVars>
      </dgm:prSet>
      <dgm:spPr/>
    </dgm:pt>
    <dgm:pt modelId="{03C4EF76-8349-493E-B4E7-5BD4BB41B8E0}" type="pres">
      <dgm:prSet presAssocID="{DEB403C4-5739-44F3-A211-E3445DA9141C}" presName="rootComposite1" presStyleCnt="0"/>
      <dgm:spPr/>
    </dgm:pt>
    <dgm:pt modelId="{834E1082-A96A-4DB4-B066-61D14FAD3465}" type="pres">
      <dgm:prSet presAssocID="{DEB403C4-5739-44F3-A211-E3445DA9141C}" presName="rootText1" presStyleLbl="node0" presStyleIdx="0" presStyleCnt="1">
        <dgm:presLayoutVars>
          <dgm:chPref val="3"/>
        </dgm:presLayoutVars>
      </dgm:prSet>
      <dgm:spPr/>
    </dgm:pt>
    <dgm:pt modelId="{977A3BAE-1BE1-43C2-9804-036CE4A20463}" type="pres">
      <dgm:prSet presAssocID="{DEB403C4-5739-44F3-A211-E3445DA9141C}" presName="rootConnector1" presStyleLbl="node1" presStyleIdx="0" presStyleCnt="0"/>
      <dgm:spPr/>
    </dgm:pt>
    <dgm:pt modelId="{ACAA4DEE-4EE2-47E5-BC84-767DAF3C951C}" type="pres">
      <dgm:prSet presAssocID="{DEB403C4-5739-44F3-A211-E3445DA9141C}" presName="hierChild2" presStyleCnt="0"/>
      <dgm:spPr/>
    </dgm:pt>
    <dgm:pt modelId="{AF659320-39FE-44C1-880A-1013C924432B}" type="pres">
      <dgm:prSet presAssocID="{48A8043A-3F6B-4E46-A096-12CDACF1C13B}" presName="Name37" presStyleLbl="parChTrans1D2" presStyleIdx="0" presStyleCnt="3"/>
      <dgm:spPr/>
    </dgm:pt>
    <dgm:pt modelId="{90432C7E-6FB4-4044-9E92-1B63C5122AAC}" type="pres">
      <dgm:prSet presAssocID="{BF1C3648-9D14-4050-8D9C-50B76752B98D}" presName="hierRoot2" presStyleCnt="0">
        <dgm:presLayoutVars>
          <dgm:hierBranch val="init"/>
        </dgm:presLayoutVars>
      </dgm:prSet>
      <dgm:spPr/>
    </dgm:pt>
    <dgm:pt modelId="{6024293F-C0FF-418D-B728-7B82575D1681}" type="pres">
      <dgm:prSet presAssocID="{BF1C3648-9D14-4050-8D9C-50B76752B98D}" presName="rootComposite" presStyleCnt="0"/>
      <dgm:spPr/>
    </dgm:pt>
    <dgm:pt modelId="{6B3ABD13-744B-4310-AC40-2F20BE82EBA1}" type="pres">
      <dgm:prSet presAssocID="{BF1C3648-9D14-4050-8D9C-50B76752B98D}" presName="rootText" presStyleLbl="node2" presStyleIdx="0" presStyleCnt="3">
        <dgm:presLayoutVars>
          <dgm:chPref val="3"/>
        </dgm:presLayoutVars>
      </dgm:prSet>
      <dgm:spPr/>
    </dgm:pt>
    <dgm:pt modelId="{68903D9F-188D-40DC-AB0D-A8AF09336783}" type="pres">
      <dgm:prSet presAssocID="{BF1C3648-9D14-4050-8D9C-50B76752B98D}" presName="rootConnector" presStyleLbl="node2" presStyleIdx="0" presStyleCnt="3"/>
      <dgm:spPr/>
    </dgm:pt>
    <dgm:pt modelId="{B8BC4E7E-F68F-4903-81DE-91598088133A}" type="pres">
      <dgm:prSet presAssocID="{BF1C3648-9D14-4050-8D9C-50B76752B98D}" presName="hierChild4" presStyleCnt="0"/>
      <dgm:spPr/>
    </dgm:pt>
    <dgm:pt modelId="{28B9B04D-9FE5-4C23-BE45-4BC286701472}" type="pres">
      <dgm:prSet presAssocID="{BF1C3648-9D14-4050-8D9C-50B76752B98D}" presName="hierChild5" presStyleCnt="0"/>
      <dgm:spPr/>
    </dgm:pt>
    <dgm:pt modelId="{B6FDF8CE-A7F1-4F1D-99A3-C5A83E326556}" type="pres">
      <dgm:prSet presAssocID="{C5DEF2E9-46DC-4231-8E8F-37AC44FB93B6}" presName="Name37" presStyleLbl="parChTrans1D2" presStyleIdx="1" presStyleCnt="3"/>
      <dgm:spPr/>
    </dgm:pt>
    <dgm:pt modelId="{26CF7144-7B0C-476C-84AC-210E4F01DFFE}" type="pres">
      <dgm:prSet presAssocID="{B9574438-99D9-47D4-8079-326A2475E7E7}" presName="hierRoot2" presStyleCnt="0">
        <dgm:presLayoutVars>
          <dgm:hierBranch val="init"/>
        </dgm:presLayoutVars>
      </dgm:prSet>
      <dgm:spPr/>
    </dgm:pt>
    <dgm:pt modelId="{4B81AA60-C824-4D92-9261-C2BCE9914C4C}" type="pres">
      <dgm:prSet presAssocID="{B9574438-99D9-47D4-8079-326A2475E7E7}" presName="rootComposite" presStyleCnt="0"/>
      <dgm:spPr/>
    </dgm:pt>
    <dgm:pt modelId="{DDA922A4-D64F-44A8-B53F-A57BEF096A2C}" type="pres">
      <dgm:prSet presAssocID="{B9574438-99D9-47D4-8079-326A2475E7E7}" presName="rootText" presStyleLbl="node2" presStyleIdx="1" presStyleCnt="3">
        <dgm:presLayoutVars>
          <dgm:chPref val="3"/>
        </dgm:presLayoutVars>
      </dgm:prSet>
      <dgm:spPr/>
    </dgm:pt>
    <dgm:pt modelId="{DFB55EF2-D42F-4311-BD1A-DFDFAB1C6CBE}" type="pres">
      <dgm:prSet presAssocID="{B9574438-99D9-47D4-8079-326A2475E7E7}" presName="rootConnector" presStyleLbl="node2" presStyleIdx="1" presStyleCnt="3"/>
      <dgm:spPr/>
    </dgm:pt>
    <dgm:pt modelId="{C2B05481-5909-4D3D-BF2F-20492D1D16FC}" type="pres">
      <dgm:prSet presAssocID="{B9574438-99D9-47D4-8079-326A2475E7E7}" presName="hierChild4" presStyleCnt="0"/>
      <dgm:spPr/>
    </dgm:pt>
    <dgm:pt modelId="{52970508-C24E-4722-8E00-2142F306AC96}" type="pres">
      <dgm:prSet presAssocID="{B9574438-99D9-47D4-8079-326A2475E7E7}" presName="hierChild5" presStyleCnt="0"/>
      <dgm:spPr/>
    </dgm:pt>
    <dgm:pt modelId="{9DD44F73-C0B3-490D-8798-37CB5F6FB863}" type="pres">
      <dgm:prSet presAssocID="{896996D4-955B-489C-96D9-FD30BD14769F}" presName="Name37" presStyleLbl="parChTrans1D2" presStyleIdx="2" presStyleCnt="3"/>
      <dgm:spPr/>
    </dgm:pt>
    <dgm:pt modelId="{4DB4D586-A629-401A-AEDD-7E7029A262CD}" type="pres">
      <dgm:prSet presAssocID="{664448A7-2840-4552-8867-01F98F757290}" presName="hierRoot2" presStyleCnt="0">
        <dgm:presLayoutVars>
          <dgm:hierBranch val="init"/>
        </dgm:presLayoutVars>
      </dgm:prSet>
      <dgm:spPr/>
    </dgm:pt>
    <dgm:pt modelId="{ACE1DF02-6BC3-4066-9695-AECEB0979D42}" type="pres">
      <dgm:prSet presAssocID="{664448A7-2840-4552-8867-01F98F757290}" presName="rootComposite" presStyleCnt="0"/>
      <dgm:spPr/>
    </dgm:pt>
    <dgm:pt modelId="{2DFAA24C-FC50-41C3-AA5E-22272CA16ADD}" type="pres">
      <dgm:prSet presAssocID="{664448A7-2840-4552-8867-01F98F757290}" presName="rootText" presStyleLbl="node2" presStyleIdx="2" presStyleCnt="3">
        <dgm:presLayoutVars>
          <dgm:chPref val="3"/>
        </dgm:presLayoutVars>
      </dgm:prSet>
      <dgm:spPr/>
    </dgm:pt>
    <dgm:pt modelId="{F36545E8-CE2E-4D35-841A-1D111534C0B3}" type="pres">
      <dgm:prSet presAssocID="{664448A7-2840-4552-8867-01F98F757290}" presName="rootConnector" presStyleLbl="node2" presStyleIdx="2" presStyleCnt="3"/>
      <dgm:spPr/>
    </dgm:pt>
    <dgm:pt modelId="{5299E6D5-3C37-405E-B94B-DB4125AA010F}" type="pres">
      <dgm:prSet presAssocID="{664448A7-2840-4552-8867-01F98F757290}" presName="hierChild4" presStyleCnt="0"/>
      <dgm:spPr/>
    </dgm:pt>
    <dgm:pt modelId="{5AA98CA5-6765-426B-9899-11BBBF1EE636}" type="pres">
      <dgm:prSet presAssocID="{664448A7-2840-4552-8867-01F98F757290}" presName="hierChild5" presStyleCnt="0"/>
      <dgm:spPr/>
    </dgm:pt>
    <dgm:pt modelId="{57BBAAAD-03E7-4F99-82FF-079AC7EDE226}" type="pres">
      <dgm:prSet presAssocID="{DEB403C4-5739-44F3-A211-E3445DA9141C}" presName="hierChild3" presStyleCnt="0"/>
      <dgm:spPr/>
    </dgm:pt>
  </dgm:ptLst>
  <dgm:cxnLst>
    <dgm:cxn modelId="{8718CC2F-3EB2-436D-A9A1-6F9E34D73EC4}" type="presOf" srcId="{DEB403C4-5739-44F3-A211-E3445DA9141C}" destId="{977A3BAE-1BE1-43C2-9804-036CE4A20463}" srcOrd="1" destOrd="0" presId="urn:microsoft.com/office/officeart/2005/8/layout/orgChart1"/>
    <dgm:cxn modelId="{4E34E93C-1568-444C-85DC-ECCA9C329DD0}" type="presOf" srcId="{B9574438-99D9-47D4-8079-326A2475E7E7}" destId="{DDA922A4-D64F-44A8-B53F-A57BEF096A2C}" srcOrd="0" destOrd="0" presId="urn:microsoft.com/office/officeart/2005/8/layout/orgChart1"/>
    <dgm:cxn modelId="{EA0E8341-4101-49D6-BEE3-6D88FAE16FD1}" type="presOf" srcId="{664448A7-2840-4552-8867-01F98F757290}" destId="{2DFAA24C-FC50-41C3-AA5E-22272CA16ADD}" srcOrd="0" destOrd="0" presId="urn:microsoft.com/office/officeart/2005/8/layout/orgChart1"/>
    <dgm:cxn modelId="{86D2B748-5200-463C-88AB-4CE590E1551A}" type="presOf" srcId="{664448A7-2840-4552-8867-01F98F757290}" destId="{F36545E8-CE2E-4D35-841A-1D111534C0B3}" srcOrd="1" destOrd="0" presId="urn:microsoft.com/office/officeart/2005/8/layout/orgChart1"/>
    <dgm:cxn modelId="{BCC6AD70-010E-43C0-94DB-679596E34F1C}" type="presOf" srcId="{240A0851-4532-4C1B-A51E-F4E704666123}" destId="{1DAB3F9A-6B60-4ADF-BE1C-F8828454BBA0}" srcOrd="0" destOrd="0" presId="urn:microsoft.com/office/officeart/2005/8/layout/orgChart1"/>
    <dgm:cxn modelId="{55747457-E6FB-42A0-9F5A-C734DA685B49}" type="presOf" srcId="{DEB403C4-5739-44F3-A211-E3445DA9141C}" destId="{834E1082-A96A-4DB4-B066-61D14FAD3465}" srcOrd="0" destOrd="0" presId="urn:microsoft.com/office/officeart/2005/8/layout/orgChart1"/>
    <dgm:cxn modelId="{A4C5738C-3878-437F-A82B-1C2D2B59B190}" type="presOf" srcId="{896996D4-955B-489C-96D9-FD30BD14769F}" destId="{9DD44F73-C0B3-490D-8798-37CB5F6FB863}" srcOrd="0" destOrd="0" presId="urn:microsoft.com/office/officeart/2005/8/layout/orgChart1"/>
    <dgm:cxn modelId="{AD67C593-EE8B-440B-9770-ABCBF6B09A8D}" srcId="{DEB403C4-5739-44F3-A211-E3445DA9141C}" destId="{664448A7-2840-4552-8867-01F98F757290}" srcOrd="2" destOrd="0" parTransId="{896996D4-955B-489C-96D9-FD30BD14769F}" sibTransId="{96C14763-44DB-4C0C-8B22-07916E796D71}"/>
    <dgm:cxn modelId="{52846999-57CD-4FBC-93C4-6823EA6426EC}" srcId="{240A0851-4532-4C1B-A51E-F4E704666123}" destId="{DEB403C4-5739-44F3-A211-E3445DA9141C}" srcOrd="0" destOrd="0" parTransId="{0F7F5F0B-B526-4BC2-8E10-199DC764A8B8}" sibTransId="{116E4B13-7CDF-431A-BDC5-3E58ACB5B01B}"/>
    <dgm:cxn modelId="{76330EA4-FC66-48BE-B3FE-914ACA972006}" type="presOf" srcId="{48A8043A-3F6B-4E46-A096-12CDACF1C13B}" destId="{AF659320-39FE-44C1-880A-1013C924432B}" srcOrd="0" destOrd="0" presId="urn:microsoft.com/office/officeart/2005/8/layout/orgChart1"/>
    <dgm:cxn modelId="{FDD2EAB1-A9E7-42CF-90C5-8C6BDE86E6AC}" type="presOf" srcId="{C5DEF2E9-46DC-4231-8E8F-37AC44FB93B6}" destId="{B6FDF8CE-A7F1-4F1D-99A3-C5A83E326556}" srcOrd="0" destOrd="0" presId="urn:microsoft.com/office/officeart/2005/8/layout/orgChart1"/>
    <dgm:cxn modelId="{BF71C5BB-1E56-4612-85ED-90415F252882}" srcId="{DEB403C4-5739-44F3-A211-E3445DA9141C}" destId="{B9574438-99D9-47D4-8079-326A2475E7E7}" srcOrd="1" destOrd="0" parTransId="{C5DEF2E9-46DC-4231-8E8F-37AC44FB93B6}" sibTransId="{ADE18E4F-B9BA-42DE-B2FA-38452CD7BC29}"/>
    <dgm:cxn modelId="{B85089BF-5F3C-485A-9110-852212056AA9}" type="presOf" srcId="{BF1C3648-9D14-4050-8D9C-50B76752B98D}" destId="{68903D9F-188D-40DC-AB0D-A8AF09336783}" srcOrd="1" destOrd="0" presId="urn:microsoft.com/office/officeart/2005/8/layout/orgChart1"/>
    <dgm:cxn modelId="{31BD30CE-E47E-4E0F-A014-8200696C94C5}" srcId="{DEB403C4-5739-44F3-A211-E3445DA9141C}" destId="{BF1C3648-9D14-4050-8D9C-50B76752B98D}" srcOrd="0" destOrd="0" parTransId="{48A8043A-3F6B-4E46-A096-12CDACF1C13B}" sibTransId="{3FC11D0F-D17B-4A35-84D4-3057B6AEB90C}"/>
    <dgm:cxn modelId="{1848FCE7-3DB8-4309-86B4-A1F67E2DF2D4}" type="presOf" srcId="{BF1C3648-9D14-4050-8D9C-50B76752B98D}" destId="{6B3ABD13-744B-4310-AC40-2F20BE82EBA1}" srcOrd="0" destOrd="0" presId="urn:microsoft.com/office/officeart/2005/8/layout/orgChart1"/>
    <dgm:cxn modelId="{85C50FED-E03A-4B01-BB05-4CAE8272D13C}" type="presOf" srcId="{B9574438-99D9-47D4-8079-326A2475E7E7}" destId="{DFB55EF2-D42F-4311-BD1A-DFDFAB1C6CBE}" srcOrd="1" destOrd="0" presId="urn:microsoft.com/office/officeart/2005/8/layout/orgChart1"/>
    <dgm:cxn modelId="{95AEC98F-95BE-46D0-958B-667CB734E487}" type="presParOf" srcId="{1DAB3F9A-6B60-4ADF-BE1C-F8828454BBA0}" destId="{77D7AEAA-E7A7-4578-B477-66C07BDDDF87}" srcOrd="0" destOrd="0" presId="urn:microsoft.com/office/officeart/2005/8/layout/orgChart1"/>
    <dgm:cxn modelId="{5F57FBCE-584F-45FB-9801-3A11432622F4}" type="presParOf" srcId="{77D7AEAA-E7A7-4578-B477-66C07BDDDF87}" destId="{03C4EF76-8349-493E-B4E7-5BD4BB41B8E0}" srcOrd="0" destOrd="0" presId="urn:microsoft.com/office/officeart/2005/8/layout/orgChart1"/>
    <dgm:cxn modelId="{80A6EADF-7403-4663-AEF6-95522911516F}" type="presParOf" srcId="{03C4EF76-8349-493E-B4E7-5BD4BB41B8E0}" destId="{834E1082-A96A-4DB4-B066-61D14FAD3465}" srcOrd="0" destOrd="0" presId="urn:microsoft.com/office/officeart/2005/8/layout/orgChart1"/>
    <dgm:cxn modelId="{62EA97A0-77B2-473D-B52D-B33186CF20B4}" type="presParOf" srcId="{03C4EF76-8349-493E-B4E7-5BD4BB41B8E0}" destId="{977A3BAE-1BE1-43C2-9804-036CE4A20463}" srcOrd="1" destOrd="0" presId="urn:microsoft.com/office/officeart/2005/8/layout/orgChart1"/>
    <dgm:cxn modelId="{5FC80992-3F75-4C96-9854-4797246D9C30}" type="presParOf" srcId="{77D7AEAA-E7A7-4578-B477-66C07BDDDF87}" destId="{ACAA4DEE-4EE2-47E5-BC84-767DAF3C951C}" srcOrd="1" destOrd="0" presId="urn:microsoft.com/office/officeart/2005/8/layout/orgChart1"/>
    <dgm:cxn modelId="{53EC543E-79FF-4B11-9423-8209F3B404BB}" type="presParOf" srcId="{ACAA4DEE-4EE2-47E5-BC84-767DAF3C951C}" destId="{AF659320-39FE-44C1-880A-1013C924432B}" srcOrd="0" destOrd="0" presId="urn:microsoft.com/office/officeart/2005/8/layout/orgChart1"/>
    <dgm:cxn modelId="{9BE91DFA-484E-4CBD-9F1D-AF5FF3745192}" type="presParOf" srcId="{ACAA4DEE-4EE2-47E5-BC84-767DAF3C951C}" destId="{90432C7E-6FB4-4044-9E92-1B63C5122AAC}" srcOrd="1" destOrd="0" presId="urn:microsoft.com/office/officeart/2005/8/layout/orgChart1"/>
    <dgm:cxn modelId="{FBAC14EE-DBB7-4E32-ADC1-5F5852A8A1E1}" type="presParOf" srcId="{90432C7E-6FB4-4044-9E92-1B63C5122AAC}" destId="{6024293F-C0FF-418D-B728-7B82575D1681}" srcOrd="0" destOrd="0" presId="urn:microsoft.com/office/officeart/2005/8/layout/orgChart1"/>
    <dgm:cxn modelId="{6F76E01D-054F-4F7A-9B08-78CBEA19EA64}" type="presParOf" srcId="{6024293F-C0FF-418D-B728-7B82575D1681}" destId="{6B3ABD13-744B-4310-AC40-2F20BE82EBA1}" srcOrd="0" destOrd="0" presId="urn:microsoft.com/office/officeart/2005/8/layout/orgChart1"/>
    <dgm:cxn modelId="{6E1CBFC8-EA8C-4BA5-B7EC-72D1AC9CDA2A}" type="presParOf" srcId="{6024293F-C0FF-418D-B728-7B82575D1681}" destId="{68903D9F-188D-40DC-AB0D-A8AF09336783}" srcOrd="1" destOrd="0" presId="urn:microsoft.com/office/officeart/2005/8/layout/orgChart1"/>
    <dgm:cxn modelId="{347F133F-E36F-4020-9B3B-B942FCF1BDE3}" type="presParOf" srcId="{90432C7E-6FB4-4044-9E92-1B63C5122AAC}" destId="{B8BC4E7E-F68F-4903-81DE-91598088133A}" srcOrd="1" destOrd="0" presId="urn:microsoft.com/office/officeart/2005/8/layout/orgChart1"/>
    <dgm:cxn modelId="{B3C228D4-911F-4718-A0D4-7233C3E1E4EF}" type="presParOf" srcId="{90432C7E-6FB4-4044-9E92-1B63C5122AAC}" destId="{28B9B04D-9FE5-4C23-BE45-4BC286701472}" srcOrd="2" destOrd="0" presId="urn:microsoft.com/office/officeart/2005/8/layout/orgChart1"/>
    <dgm:cxn modelId="{2A31D690-AA08-4650-BCCF-250D53D8DC66}" type="presParOf" srcId="{ACAA4DEE-4EE2-47E5-BC84-767DAF3C951C}" destId="{B6FDF8CE-A7F1-4F1D-99A3-C5A83E326556}" srcOrd="2" destOrd="0" presId="urn:microsoft.com/office/officeart/2005/8/layout/orgChart1"/>
    <dgm:cxn modelId="{41811ABA-B702-4CFF-815C-D95BDB3CA847}" type="presParOf" srcId="{ACAA4DEE-4EE2-47E5-BC84-767DAF3C951C}" destId="{26CF7144-7B0C-476C-84AC-210E4F01DFFE}" srcOrd="3" destOrd="0" presId="urn:microsoft.com/office/officeart/2005/8/layout/orgChart1"/>
    <dgm:cxn modelId="{BCA49744-947E-4805-98F2-68955A23303E}" type="presParOf" srcId="{26CF7144-7B0C-476C-84AC-210E4F01DFFE}" destId="{4B81AA60-C824-4D92-9261-C2BCE9914C4C}" srcOrd="0" destOrd="0" presId="urn:microsoft.com/office/officeart/2005/8/layout/orgChart1"/>
    <dgm:cxn modelId="{50AF735E-1C45-4EE8-8408-59FB5AA3E8B6}" type="presParOf" srcId="{4B81AA60-C824-4D92-9261-C2BCE9914C4C}" destId="{DDA922A4-D64F-44A8-B53F-A57BEF096A2C}" srcOrd="0" destOrd="0" presId="urn:microsoft.com/office/officeart/2005/8/layout/orgChart1"/>
    <dgm:cxn modelId="{E2035C17-FF18-4186-A4DA-548202DE1419}" type="presParOf" srcId="{4B81AA60-C824-4D92-9261-C2BCE9914C4C}" destId="{DFB55EF2-D42F-4311-BD1A-DFDFAB1C6CBE}" srcOrd="1" destOrd="0" presId="urn:microsoft.com/office/officeart/2005/8/layout/orgChart1"/>
    <dgm:cxn modelId="{37B99C45-E149-4DFE-90C0-0E34F17360B8}" type="presParOf" srcId="{26CF7144-7B0C-476C-84AC-210E4F01DFFE}" destId="{C2B05481-5909-4D3D-BF2F-20492D1D16FC}" srcOrd="1" destOrd="0" presId="urn:microsoft.com/office/officeart/2005/8/layout/orgChart1"/>
    <dgm:cxn modelId="{F5AF273E-64FC-4704-BD7A-44B11BAC55B2}" type="presParOf" srcId="{26CF7144-7B0C-476C-84AC-210E4F01DFFE}" destId="{52970508-C24E-4722-8E00-2142F306AC96}" srcOrd="2" destOrd="0" presId="urn:microsoft.com/office/officeart/2005/8/layout/orgChart1"/>
    <dgm:cxn modelId="{6144C551-5192-4E14-9EC0-DBA6BEBA92AB}" type="presParOf" srcId="{ACAA4DEE-4EE2-47E5-BC84-767DAF3C951C}" destId="{9DD44F73-C0B3-490D-8798-37CB5F6FB863}" srcOrd="4" destOrd="0" presId="urn:microsoft.com/office/officeart/2005/8/layout/orgChart1"/>
    <dgm:cxn modelId="{626C30E6-2A15-4C5A-81B6-CD0DD5606898}" type="presParOf" srcId="{ACAA4DEE-4EE2-47E5-BC84-767DAF3C951C}" destId="{4DB4D586-A629-401A-AEDD-7E7029A262CD}" srcOrd="5" destOrd="0" presId="urn:microsoft.com/office/officeart/2005/8/layout/orgChart1"/>
    <dgm:cxn modelId="{A7EF600D-5341-432B-AB08-E8A81DD65D42}" type="presParOf" srcId="{4DB4D586-A629-401A-AEDD-7E7029A262CD}" destId="{ACE1DF02-6BC3-4066-9695-AECEB0979D42}" srcOrd="0" destOrd="0" presId="urn:microsoft.com/office/officeart/2005/8/layout/orgChart1"/>
    <dgm:cxn modelId="{7793B1FD-B05C-4EB1-8F83-7D9E639B0E23}" type="presParOf" srcId="{ACE1DF02-6BC3-4066-9695-AECEB0979D42}" destId="{2DFAA24C-FC50-41C3-AA5E-22272CA16ADD}" srcOrd="0" destOrd="0" presId="urn:microsoft.com/office/officeart/2005/8/layout/orgChart1"/>
    <dgm:cxn modelId="{E47D3D71-BDB6-4913-8335-E1142E1F1EE8}" type="presParOf" srcId="{ACE1DF02-6BC3-4066-9695-AECEB0979D42}" destId="{F36545E8-CE2E-4D35-841A-1D111534C0B3}" srcOrd="1" destOrd="0" presId="urn:microsoft.com/office/officeart/2005/8/layout/orgChart1"/>
    <dgm:cxn modelId="{0AD9ABE3-E879-4FE4-ACE2-A926B87CAE0C}" type="presParOf" srcId="{4DB4D586-A629-401A-AEDD-7E7029A262CD}" destId="{5299E6D5-3C37-405E-B94B-DB4125AA010F}" srcOrd="1" destOrd="0" presId="urn:microsoft.com/office/officeart/2005/8/layout/orgChart1"/>
    <dgm:cxn modelId="{998A6E42-21FC-4BE8-A724-57477AADCA36}" type="presParOf" srcId="{4DB4D586-A629-401A-AEDD-7E7029A262CD}" destId="{5AA98CA5-6765-426B-9899-11BBBF1EE636}" srcOrd="2" destOrd="0" presId="urn:microsoft.com/office/officeart/2005/8/layout/orgChart1"/>
    <dgm:cxn modelId="{AABE82E3-AEBA-4B4B-8AE6-7CA62BDEC7FC}" type="presParOf" srcId="{77D7AEAA-E7A7-4578-B477-66C07BDDDF87}" destId="{57BBAAAD-03E7-4F99-82FF-079AC7EDE22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0D92A2-FDA3-404E-AC31-3C67D38C6319}" type="doc">
      <dgm:prSet loTypeId="urn:microsoft.com/office/officeart/2005/8/layout/hierarchy4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94CED50-4B69-4D3A-9DE0-1EB0D3A65AFC}">
      <dgm:prSet/>
      <dgm:spPr/>
      <dgm:t>
        <a:bodyPr/>
        <a:lstStyle/>
        <a:p>
          <a:r>
            <a:rPr lang="en-US" dirty="0"/>
            <a:t>Welcome Message from Leadership (Founder &amp; CEO) </a:t>
          </a:r>
        </a:p>
      </dgm:t>
    </dgm:pt>
    <dgm:pt modelId="{DE3B58EA-9776-401B-938A-D6BB598B0490}" type="parTrans" cxnId="{735474D8-F349-4876-8B14-9C7DAC79C42E}">
      <dgm:prSet/>
      <dgm:spPr/>
      <dgm:t>
        <a:bodyPr/>
        <a:lstStyle/>
        <a:p>
          <a:endParaRPr lang="en-US"/>
        </a:p>
      </dgm:t>
    </dgm:pt>
    <dgm:pt modelId="{79E24368-CA12-4E07-8AD1-3DB83D0C9EF2}" type="sibTrans" cxnId="{735474D8-F349-4876-8B14-9C7DAC79C42E}">
      <dgm:prSet/>
      <dgm:spPr/>
      <dgm:t>
        <a:bodyPr/>
        <a:lstStyle/>
        <a:p>
          <a:endParaRPr lang="en-US"/>
        </a:p>
      </dgm:t>
    </dgm:pt>
    <dgm:pt modelId="{901889B7-394F-4DF1-A4EF-59217400DCED}" type="pres">
      <dgm:prSet presAssocID="{070D92A2-FDA3-404E-AC31-3C67D38C631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2D8A89-0A80-48B8-8ECF-0DD935779F66}" type="pres">
      <dgm:prSet presAssocID="{094CED50-4B69-4D3A-9DE0-1EB0D3A65AFC}" presName="vertOne" presStyleCnt="0"/>
      <dgm:spPr/>
    </dgm:pt>
    <dgm:pt modelId="{7ACFAC31-1127-4E26-BBD6-2940C30811F9}" type="pres">
      <dgm:prSet presAssocID="{094CED50-4B69-4D3A-9DE0-1EB0D3A65AFC}" presName="txOne" presStyleLbl="node0" presStyleIdx="0" presStyleCnt="1">
        <dgm:presLayoutVars>
          <dgm:chPref val="3"/>
        </dgm:presLayoutVars>
      </dgm:prSet>
      <dgm:spPr/>
    </dgm:pt>
    <dgm:pt modelId="{2C1190B6-E0D8-4F13-BD5F-8877E17B3006}" type="pres">
      <dgm:prSet presAssocID="{094CED50-4B69-4D3A-9DE0-1EB0D3A65AFC}" presName="horzOne" presStyleCnt="0"/>
      <dgm:spPr/>
    </dgm:pt>
  </dgm:ptLst>
  <dgm:cxnLst>
    <dgm:cxn modelId="{11EDC740-8E53-4A4E-960D-3DC2D2C06414}" type="presOf" srcId="{094CED50-4B69-4D3A-9DE0-1EB0D3A65AFC}" destId="{7ACFAC31-1127-4E26-BBD6-2940C30811F9}" srcOrd="0" destOrd="0" presId="urn:microsoft.com/office/officeart/2005/8/layout/hierarchy4"/>
    <dgm:cxn modelId="{70050049-2360-4287-87AF-BD6DED1F40B3}" type="presOf" srcId="{070D92A2-FDA3-404E-AC31-3C67D38C6319}" destId="{901889B7-394F-4DF1-A4EF-59217400DCED}" srcOrd="0" destOrd="0" presId="urn:microsoft.com/office/officeart/2005/8/layout/hierarchy4"/>
    <dgm:cxn modelId="{735474D8-F349-4876-8B14-9C7DAC79C42E}" srcId="{070D92A2-FDA3-404E-AC31-3C67D38C6319}" destId="{094CED50-4B69-4D3A-9DE0-1EB0D3A65AFC}" srcOrd="0" destOrd="0" parTransId="{DE3B58EA-9776-401B-938A-D6BB598B0490}" sibTransId="{79E24368-CA12-4E07-8AD1-3DB83D0C9EF2}"/>
    <dgm:cxn modelId="{8A47325B-A9F8-4EC2-A25C-E4B2A41D3FC1}" type="presParOf" srcId="{901889B7-394F-4DF1-A4EF-59217400DCED}" destId="{4E2D8A89-0A80-48B8-8ECF-0DD935779F66}" srcOrd="0" destOrd="0" presId="urn:microsoft.com/office/officeart/2005/8/layout/hierarchy4"/>
    <dgm:cxn modelId="{DF3D140A-85F3-4D31-A5A3-ABF466DEEBAB}" type="presParOf" srcId="{4E2D8A89-0A80-48B8-8ECF-0DD935779F66}" destId="{7ACFAC31-1127-4E26-BBD6-2940C30811F9}" srcOrd="0" destOrd="0" presId="urn:microsoft.com/office/officeart/2005/8/layout/hierarchy4"/>
    <dgm:cxn modelId="{545AEC23-B0FD-4A9B-A017-11596459A8E6}" type="presParOf" srcId="{4E2D8A89-0A80-48B8-8ECF-0DD935779F66}" destId="{2C1190B6-E0D8-4F13-BD5F-8877E17B300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865C63-FE1D-4C6C-9646-BA292FEB0B1B}" type="doc">
      <dgm:prSet loTypeId="urn:microsoft.com/office/officeart/2005/8/layout/orgChart1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F1612E0-6123-4C2B-A5C9-8A8C9D835F9B}">
      <dgm:prSet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Mission, Vision, and Core Values  </a:t>
          </a:r>
        </a:p>
      </dgm:t>
    </dgm:pt>
    <dgm:pt modelId="{9F9F6D8C-E696-411D-BBBD-58FC1D62165C}" type="parTrans" cxnId="{73E38017-4DA0-48C3-814C-9391A972E271}">
      <dgm:prSet/>
      <dgm:spPr/>
      <dgm:t>
        <a:bodyPr/>
        <a:lstStyle/>
        <a:p>
          <a:endParaRPr lang="en-US"/>
        </a:p>
      </dgm:t>
    </dgm:pt>
    <dgm:pt modelId="{EBCD44A6-E376-4E31-8B2B-BC692A0B2BEE}" type="sibTrans" cxnId="{73E38017-4DA0-48C3-814C-9391A972E271}">
      <dgm:prSet/>
      <dgm:spPr/>
      <dgm:t>
        <a:bodyPr/>
        <a:lstStyle/>
        <a:p>
          <a:endParaRPr lang="en-US"/>
        </a:p>
      </dgm:t>
    </dgm:pt>
    <dgm:pt modelId="{4F15329E-FE02-4765-B151-2E03C2C02AA9}">
      <dgm:prSet custT="1"/>
      <dgm:spPr/>
      <dgm:t>
        <a:bodyPr/>
        <a:lstStyle/>
        <a:p>
          <a:r>
            <a:rPr lang="en-US" sz="1400" b="1" dirty="0">
              <a:latin typeface="Aptos Narrow" panose="020B0004020202020204" pitchFamily="34" charset="0"/>
            </a:rPr>
            <a:t>Mission</a:t>
          </a:r>
        </a:p>
      </dgm:t>
    </dgm:pt>
    <dgm:pt modelId="{43901AAE-880C-4D2E-BA51-BEA7DC449483}" type="parTrans" cxnId="{6AC7CFA8-864B-4F04-8086-01470B959B51}">
      <dgm:prSet/>
      <dgm:spPr/>
      <dgm:t>
        <a:bodyPr/>
        <a:lstStyle/>
        <a:p>
          <a:endParaRPr lang="en-US"/>
        </a:p>
      </dgm:t>
    </dgm:pt>
    <dgm:pt modelId="{A5757A5D-5078-44C4-9A5F-27AE0EB41E75}" type="sibTrans" cxnId="{6AC7CFA8-864B-4F04-8086-01470B959B51}">
      <dgm:prSet/>
      <dgm:spPr/>
      <dgm:t>
        <a:bodyPr/>
        <a:lstStyle/>
        <a:p>
          <a:endParaRPr lang="en-US"/>
        </a:p>
      </dgm:t>
    </dgm:pt>
    <dgm:pt modelId="{1BD74F18-D373-4D8E-899C-04300BF1F6B7}">
      <dgm:prSet custT="1"/>
      <dgm:spPr/>
      <dgm:t>
        <a:bodyPr/>
        <a:lstStyle/>
        <a:p>
          <a:r>
            <a:rPr lang="en-US" sz="1600" b="1" dirty="0">
              <a:latin typeface="Aptos Narrow" panose="020B0004020202020204" pitchFamily="34" charset="0"/>
            </a:rPr>
            <a:t>Vision</a:t>
          </a:r>
        </a:p>
      </dgm:t>
    </dgm:pt>
    <dgm:pt modelId="{0010AD6C-4788-48E8-B07C-E534E779396E}" type="parTrans" cxnId="{2F7A4E14-E4B6-4B0F-A8AA-C941C999643F}">
      <dgm:prSet/>
      <dgm:spPr/>
      <dgm:t>
        <a:bodyPr/>
        <a:lstStyle/>
        <a:p>
          <a:endParaRPr lang="en-US"/>
        </a:p>
      </dgm:t>
    </dgm:pt>
    <dgm:pt modelId="{9C06B5A0-76AB-4A7A-AF40-C9A02E5D0E00}" type="sibTrans" cxnId="{2F7A4E14-E4B6-4B0F-A8AA-C941C999643F}">
      <dgm:prSet/>
      <dgm:spPr/>
      <dgm:t>
        <a:bodyPr/>
        <a:lstStyle/>
        <a:p>
          <a:endParaRPr lang="en-US"/>
        </a:p>
      </dgm:t>
    </dgm:pt>
    <dgm:pt modelId="{93274B36-CEEF-43B4-B0DB-06A66CC9B75D}">
      <dgm:prSet custT="1"/>
      <dgm:spPr/>
      <dgm:t>
        <a:bodyPr/>
        <a:lstStyle/>
        <a:p>
          <a:r>
            <a:rPr lang="en-US" sz="1400" b="1" dirty="0">
              <a:latin typeface="Aptos Narrow" panose="020B0004020202020204" pitchFamily="34" charset="0"/>
            </a:rPr>
            <a:t>Core Values  </a:t>
          </a:r>
        </a:p>
      </dgm:t>
    </dgm:pt>
    <dgm:pt modelId="{079D0D0C-C6E7-4D01-B66E-F74B3306E23C}" type="parTrans" cxnId="{BD68C0FF-9986-49A0-8D5D-4CFC411E17A1}">
      <dgm:prSet/>
      <dgm:spPr/>
      <dgm:t>
        <a:bodyPr/>
        <a:lstStyle/>
        <a:p>
          <a:endParaRPr lang="en-US"/>
        </a:p>
      </dgm:t>
    </dgm:pt>
    <dgm:pt modelId="{CDAB5E6E-E070-44C0-A7BF-3C4D2ED4E56B}" type="sibTrans" cxnId="{BD68C0FF-9986-49A0-8D5D-4CFC411E17A1}">
      <dgm:prSet/>
      <dgm:spPr/>
      <dgm:t>
        <a:bodyPr/>
        <a:lstStyle/>
        <a:p>
          <a:endParaRPr lang="en-US"/>
        </a:p>
      </dgm:t>
    </dgm:pt>
    <dgm:pt modelId="{35E80D60-2EDB-4DEA-BC62-E6CF249D4A1F}">
      <dgm:prSet/>
      <dgm:spPr/>
      <dgm:t>
        <a:bodyPr/>
        <a:lstStyle/>
        <a:p>
          <a:r>
            <a:rPr lang="en-US" dirty="0"/>
            <a:t>to empower young people by providing access to quality education, skills development, leadership opportunities, and social support, ensuring they can build sustainable livelihoods and contribute positively to society.</a:t>
          </a:r>
        </a:p>
      </dgm:t>
    </dgm:pt>
    <dgm:pt modelId="{09400440-789F-4B13-919A-0A8CDD783C88}" type="parTrans" cxnId="{1C2E3124-46BC-41D6-A5E3-79771E3D9987}">
      <dgm:prSet/>
      <dgm:spPr/>
      <dgm:t>
        <a:bodyPr/>
        <a:lstStyle/>
        <a:p>
          <a:endParaRPr lang="en-US"/>
        </a:p>
      </dgm:t>
    </dgm:pt>
    <dgm:pt modelId="{4FF8E484-3AAA-4B5E-BE90-5E1FD189E266}" type="sibTrans" cxnId="{1C2E3124-46BC-41D6-A5E3-79771E3D9987}">
      <dgm:prSet/>
      <dgm:spPr/>
      <dgm:t>
        <a:bodyPr/>
        <a:lstStyle/>
        <a:p>
          <a:endParaRPr lang="en-US"/>
        </a:p>
      </dgm:t>
    </dgm:pt>
    <dgm:pt modelId="{7B2B98B7-3F6F-4E92-8F8A-DF9EAA9F1DD1}">
      <dgm:prSet/>
      <dgm:spPr/>
      <dgm:t>
        <a:bodyPr/>
        <a:lstStyle/>
        <a:p>
          <a:r>
            <a:rPr lang="en-US" dirty="0"/>
            <a:t>To create a generation of empowered, skilled, and socially responsible young leaders who drive community transformation and sustainable development.</a:t>
          </a:r>
        </a:p>
      </dgm:t>
    </dgm:pt>
    <dgm:pt modelId="{055A6F7A-7CC5-43AE-9712-5C2CE2407894}" type="parTrans" cxnId="{ED4DB46F-A798-44F5-87AB-8DA0709E2828}">
      <dgm:prSet/>
      <dgm:spPr/>
      <dgm:t>
        <a:bodyPr/>
        <a:lstStyle/>
        <a:p>
          <a:endParaRPr lang="en-US"/>
        </a:p>
      </dgm:t>
    </dgm:pt>
    <dgm:pt modelId="{9DCE7692-A9BD-40AA-BDE4-87F89D380342}" type="sibTrans" cxnId="{ED4DB46F-A798-44F5-87AB-8DA0709E2828}">
      <dgm:prSet/>
      <dgm:spPr/>
      <dgm:t>
        <a:bodyPr/>
        <a:lstStyle/>
        <a:p>
          <a:endParaRPr lang="en-US"/>
        </a:p>
      </dgm:t>
    </dgm:pt>
    <dgm:pt modelId="{3E919B22-C04B-4596-980C-0C881EF91D5E}">
      <dgm:prSet/>
      <dgm:spPr/>
      <dgm:t>
        <a:bodyPr/>
        <a:lstStyle/>
        <a:p>
          <a:r>
            <a:rPr lang="en-US" dirty="0"/>
            <a:t>✅ Empowerment</a:t>
          </a:r>
        </a:p>
      </dgm:t>
    </dgm:pt>
    <dgm:pt modelId="{B6C22769-69E7-4FDC-A40F-AAE6651EDF08}" type="parTrans" cxnId="{226CAFA3-9851-4C07-AF0E-D56C3CAA7F5D}">
      <dgm:prSet/>
      <dgm:spPr/>
      <dgm:t>
        <a:bodyPr/>
        <a:lstStyle/>
        <a:p>
          <a:endParaRPr lang="en-US"/>
        </a:p>
      </dgm:t>
    </dgm:pt>
    <dgm:pt modelId="{0B139101-F2E8-4F4F-99E9-4EA34C66E4BD}" type="sibTrans" cxnId="{226CAFA3-9851-4C07-AF0E-D56C3CAA7F5D}">
      <dgm:prSet/>
      <dgm:spPr/>
      <dgm:t>
        <a:bodyPr/>
        <a:lstStyle/>
        <a:p>
          <a:endParaRPr lang="en-US"/>
        </a:p>
      </dgm:t>
    </dgm:pt>
    <dgm:pt modelId="{EA66F392-879C-4897-86C4-9FD2B4DB0968}">
      <dgm:prSet/>
      <dgm:spPr/>
      <dgm:t>
        <a:bodyPr/>
        <a:lstStyle/>
        <a:p>
          <a:r>
            <a:rPr lang="en-US" dirty="0"/>
            <a:t>✅ Integrity</a:t>
          </a:r>
        </a:p>
      </dgm:t>
    </dgm:pt>
    <dgm:pt modelId="{A6ADF9E3-5333-4B55-9F23-3A31E8DACFDD}" type="parTrans" cxnId="{173F9B67-27DB-4C2D-9EA7-0BF85D7C83F4}">
      <dgm:prSet/>
      <dgm:spPr/>
      <dgm:t>
        <a:bodyPr/>
        <a:lstStyle/>
        <a:p>
          <a:endParaRPr lang="en-US"/>
        </a:p>
      </dgm:t>
    </dgm:pt>
    <dgm:pt modelId="{017EE75C-3788-40F1-9637-7955EBF9B41C}" type="sibTrans" cxnId="{173F9B67-27DB-4C2D-9EA7-0BF85D7C83F4}">
      <dgm:prSet/>
      <dgm:spPr/>
      <dgm:t>
        <a:bodyPr/>
        <a:lstStyle/>
        <a:p>
          <a:endParaRPr lang="en-US"/>
        </a:p>
      </dgm:t>
    </dgm:pt>
    <dgm:pt modelId="{C84E49D2-B118-4745-B593-4A06C788939F}">
      <dgm:prSet/>
      <dgm:spPr/>
      <dgm:t>
        <a:bodyPr/>
        <a:lstStyle/>
        <a:p>
          <a:r>
            <a:rPr lang="en-US" dirty="0"/>
            <a:t>✅ Collaboration</a:t>
          </a:r>
        </a:p>
      </dgm:t>
    </dgm:pt>
    <dgm:pt modelId="{1CBE0D12-B95B-4FFE-A113-269CD945C66A}" type="parTrans" cxnId="{CDD3D53F-A1B5-40C0-8F14-1E99328C4DCA}">
      <dgm:prSet/>
      <dgm:spPr/>
      <dgm:t>
        <a:bodyPr/>
        <a:lstStyle/>
        <a:p>
          <a:endParaRPr lang="en-US"/>
        </a:p>
      </dgm:t>
    </dgm:pt>
    <dgm:pt modelId="{5973BC5A-F7EC-46CD-A2D5-F5E7F79ACA0E}" type="sibTrans" cxnId="{CDD3D53F-A1B5-40C0-8F14-1E99328C4DCA}">
      <dgm:prSet/>
      <dgm:spPr/>
      <dgm:t>
        <a:bodyPr/>
        <a:lstStyle/>
        <a:p>
          <a:endParaRPr lang="en-US"/>
        </a:p>
      </dgm:t>
    </dgm:pt>
    <dgm:pt modelId="{1E7D4D6A-75AC-4BBE-9F71-60C01F75A9B6}">
      <dgm:prSet/>
      <dgm:spPr/>
      <dgm:t>
        <a:bodyPr/>
        <a:lstStyle/>
        <a:p>
          <a:r>
            <a:rPr lang="en-US"/>
            <a:t>✅ Resilience</a:t>
          </a:r>
        </a:p>
      </dgm:t>
    </dgm:pt>
    <dgm:pt modelId="{64CF6478-716F-458A-BE0C-3C5D6CB107E7}" type="parTrans" cxnId="{89DC0D71-574E-45E9-ADC7-16B2744093CF}">
      <dgm:prSet/>
      <dgm:spPr/>
      <dgm:t>
        <a:bodyPr/>
        <a:lstStyle/>
        <a:p>
          <a:endParaRPr lang="en-US"/>
        </a:p>
      </dgm:t>
    </dgm:pt>
    <dgm:pt modelId="{3AAE6693-23E1-42D8-96C3-7F385019D617}" type="sibTrans" cxnId="{89DC0D71-574E-45E9-ADC7-16B2744093CF}">
      <dgm:prSet/>
      <dgm:spPr/>
      <dgm:t>
        <a:bodyPr/>
        <a:lstStyle/>
        <a:p>
          <a:endParaRPr lang="en-US"/>
        </a:p>
      </dgm:t>
    </dgm:pt>
    <dgm:pt modelId="{A9F72292-4AD9-4941-A46F-6858E83B8D64}">
      <dgm:prSet/>
      <dgm:spPr/>
      <dgm:t>
        <a:bodyPr/>
        <a:lstStyle/>
        <a:p>
          <a:r>
            <a:rPr lang="en-US"/>
            <a:t>✅ Innovation</a:t>
          </a:r>
          <a:endParaRPr lang="en-US" dirty="0"/>
        </a:p>
      </dgm:t>
    </dgm:pt>
    <dgm:pt modelId="{619E17BF-B2D1-4F77-9749-BCC06F963D6D}" type="parTrans" cxnId="{591C2437-C947-4CDD-96A3-E9ADE86F446F}">
      <dgm:prSet/>
      <dgm:spPr/>
      <dgm:t>
        <a:bodyPr/>
        <a:lstStyle/>
        <a:p>
          <a:endParaRPr lang="en-US"/>
        </a:p>
      </dgm:t>
    </dgm:pt>
    <dgm:pt modelId="{23380630-4027-41EF-A92E-DCEEAC037942}" type="sibTrans" cxnId="{591C2437-C947-4CDD-96A3-E9ADE86F446F}">
      <dgm:prSet/>
      <dgm:spPr/>
      <dgm:t>
        <a:bodyPr/>
        <a:lstStyle/>
        <a:p>
          <a:endParaRPr lang="en-US"/>
        </a:p>
      </dgm:t>
    </dgm:pt>
    <dgm:pt modelId="{6AC68944-ACB6-444D-A7C9-FE977A3EFF7A}">
      <dgm:prSet/>
      <dgm:spPr/>
      <dgm:t>
        <a:bodyPr/>
        <a:lstStyle/>
        <a:p>
          <a:r>
            <a:rPr lang="en-US" dirty="0"/>
            <a:t>✅ Inclusivity</a:t>
          </a:r>
        </a:p>
      </dgm:t>
    </dgm:pt>
    <dgm:pt modelId="{B4E09468-BF3A-4D4A-BCCA-CBEF9DD7EAB2}" type="parTrans" cxnId="{4E180D31-C5DF-4D22-8B70-0047D6A5A9E5}">
      <dgm:prSet/>
      <dgm:spPr/>
      <dgm:t>
        <a:bodyPr/>
        <a:lstStyle/>
        <a:p>
          <a:endParaRPr lang="en-US"/>
        </a:p>
      </dgm:t>
    </dgm:pt>
    <dgm:pt modelId="{EAEA3180-759B-4CA0-BF09-17F9A6C53988}" type="sibTrans" cxnId="{4E180D31-C5DF-4D22-8B70-0047D6A5A9E5}">
      <dgm:prSet/>
      <dgm:spPr/>
      <dgm:t>
        <a:bodyPr/>
        <a:lstStyle/>
        <a:p>
          <a:endParaRPr lang="en-US"/>
        </a:p>
      </dgm:t>
    </dgm:pt>
    <dgm:pt modelId="{C81B62B3-195A-4F14-A78F-B97E70BAC716}" type="pres">
      <dgm:prSet presAssocID="{31865C63-FE1D-4C6C-9646-BA292FEB0B1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B6FC5CF-F418-462D-894E-4E54FF3E3CCE}" type="pres">
      <dgm:prSet presAssocID="{3F1612E0-6123-4C2B-A5C9-8A8C9D835F9B}" presName="hierRoot1" presStyleCnt="0">
        <dgm:presLayoutVars>
          <dgm:hierBranch val="init"/>
        </dgm:presLayoutVars>
      </dgm:prSet>
      <dgm:spPr/>
    </dgm:pt>
    <dgm:pt modelId="{0F38A21D-274C-459E-AF49-C0732D8A596D}" type="pres">
      <dgm:prSet presAssocID="{3F1612E0-6123-4C2B-A5C9-8A8C9D835F9B}" presName="rootComposite1" presStyleCnt="0"/>
      <dgm:spPr/>
    </dgm:pt>
    <dgm:pt modelId="{B2006C90-6ABF-4F47-9499-13682371348D}" type="pres">
      <dgm:prSet presAssocID="{3F1612E0-6123-4C2B-A5C9-8A8C9D835F9B}" presName="rootText1" presStyleLbl="node0" presStyleIdx="0" presStyleCnt="1">
        <dgm:presLayoutVars>
          <dgm:chPref val="3"/>
        </dgm:presLayoutVars>
      </dgm:prSet>
      <dgm:spPr/>
    </dgm:pt>
    <dgm:pt modelId="{5D8EFA5A-879F-49C4-9FF6-CDD06B24FB4A}" type="pres">
      <dgm:prSet presAssocID="{3F1612E0-6123-4C2B-A5C9-8A8C9D835F9B}" presName="rootConnector1" presStyleLbl="node1" presStyleIdx="0" presStyleCnt="0"/>
      <dgm:spPr/>
    </dgm:pt>
    <dgm:pt modelId="{E79D94FF-54CD-41CB-B974-09E1C9D0A977}" type="pres">
      <dgm:prSet presAssocID="{3F1612E0-6123-4C2B-A5C9-8A8C9D835F9B}" presName="hierChild2" presStyleCnt="0"/>
      <dgm:spPr/>
    </dgm:pt>
    <dgm:pt modelId="{D72B3DC1-3D1E-461F-B3C5-E036BB284ABF}" type="pres">
      <dgm:prSet presAssocID="{43901AAE-880C-4D2E-BA51-BEA7DC449483}" presName="Name37" presStyleLbl="parChTrans1D2" presStyleIdx="0" presStyleCnt="3"/>
      <dgm:spPr/>
    </dgm:pt>
    <dgm:pt modelId="{31FBD460-187A-4147-9A64-FE9576FE5BBE}" type="pres">
      <dgm:prSet presAssocID="{4F15329E-FE02-4765-B151-2E03C2C02AA9}" presName="hierRoot2" presStyleCnt="0">
        <dgm:presLayoutVars>
          <dgm:hierBranch val="l"/>
        </dgm:presLayoutVars>
      </dgm:prSet>
      <dgm:spPr/>
    </dgm:pt>
    <dgm:pt modelId="{7EBBA4CA-5986-4D98-89FB-2746D098EECA}" type="pres">
      <dgm:prSet presAssocID="{4F15329E-FE02-4765-B151-2E03C2C02AA9}" presName="rootComposite" presStyleCnt="0"/>
      <dgm:spPr/>
    </dgm:pt>
    <dgm:pt modelId="{359F2EF4-3DA0-473E-8A47-75F7A3B9FE0D}" type="pres">
      <dgm:prSet presAssocID="{4F15329E-FE02-4765-B151-2E03C2C02AA9}" presName="rootText" presStyleLbl="node2" presStyleIdx="0" presStyleCnt="3" custScaleY="46394">
        <dgm:presLayoutVars>
          <dgm:chPref val="3"/>
        </dgm:presLayoutVars>
      </dgm:prSet>
      <dgm:spPr/>
    </dgm:pt>
    <dgm:pt modelId="{4762E384-B0ED-4D0E-A5B3-E44138F0E0EF}" type="pres">
      <dgm:prSet presAssocID="{4F15329E-FE02-4765-B151-2E03C2C02AA9}" presName="rootConnector" presStyleLbl="node2" presStyleIdx="0" presStyleCnt="3"/>
      <dgm:spPr/>
    </dgm:pt>
    <dgm:pt modelId="{4846BA45-E5AE-4FB8-895A-92E52FF548BB}" type="pres">
      <dgm:prSet presAssocID="{4F15329E-FE02-4765-B151-2E03C2C02AA9}" presName="hierChild4" presStyleCnt="0"/>
      <dgm:spPr/>
    </dgm:pt>
    <dgm:pt modelId="{69916873-49AF-43E0-B894-6692557E60D1}" type="pres">
      <dgm:prSet presAssocID="{09400440-789F-4B13-919A-0A8CDD783C88}" presName="Name50" presStyleLbl="parChTrans1D3" presStyleIdx="0" presStyleCnt="8"/>
      <dgm:spPr/>
    </dgm:pt>
    <dgm:pt modelId="{82E85B8E-21C0-44E4-B40A-F47E8F11F6A9}" type="pres">
      <dgm:prSet presAssocID="{35E80D60-2EDB-4DEA-BC62-E6CF249D4A1F}" presName="hierRoot2" presStyleCnt="0">
        <dgm:presLayoutVars>
          <dgm:hierBranch val="init"/>
        </dgm:presLayoutVars>
      </dgm:prSet>
      <dgm:spPr/>
    </dgm:pt>
    <dgm:pt modelId="{27D81359-D197-4200-BCD9-843E28D99DA8}" type="pres">
      <dgm:prSet presAssocID="{35E80D60-2EDB-4DEA-BC62-E6CF249D4A1F}" presName="rootComposite" presStyleCnt="0"/>
      <dgm:spPr/>
    </dgm:pt>
    <dgm:pt modelId="{09C6C226-9459-44A3-BFD3-A670937F1573}" type="pres">
      <dgm:prSet presAssocID="{35E80D60-2EDB-4DEA-BC62-E6CF249D4A1F}" presName="rootText" presStyleLbl="node3" presStyleIdx="0" presStyleCnt="8" custScaleX="149321" custScaleY="206742">
        <dgm:presLayoutVars>
          <dgm:chPref val="3"/>
        </dgm:presLayoutVars>
      </dgm:prSet>
      <dgm:spPr/>
    </dgm:pt>
    <dgm:pt modelId="{DD05D66D-4447-4263-8282-EDEF312C07A3}" type="pres">
      <dgm:prSet presAssocID="{35E80D60-2EDB-4DEA-BC62-E6CF249D4A1F}" presName="rootConnector" presStyleLbl="node3" presStyleIdx="0" presStyleCnt="8"/>
      <dgm:spPr/>
    </dgm:pt>
    <dgm:pt modelId="{E36402D8-32A8-46AA-9D14-C40F2285DF42}" type="pres">
      <dgm:prSet presAssocID="{35E80D60-2EDB-4DEA-BC62-E6CF249D4A1F}" presName="hierChild4" presStyleCnt="0"/>
      <dgm:spPr/>
    </dgm:pt>
    <dgm:pt modelId="{808D64EF-FCC0-4654-AE1E-A517C87CD20B}" type="pres">
      <dgm:prSet presAssocID="{35E80D60-2EDB-4DEA-BC62-E6CF249D4A1F}" presName="hierChild5" presStyleCnt="0"/>
      <dgm:spPr/>
    </dgm:pt>
    <dgm:pt modelId="{65A52CA5-5A27-444C-98D9-6A73F8B9766E}" type="pres">
      <dgm:prSet presAssocID="{4F15329E-FE02-4765-B151-2E03C2C02AA9}" presName="hierChild5" presStyleCnt="0"/>
      <dgm:spPr/>
    </dgm:pt>
    <dgm:pt modelId="{B988B44E-2991-474B-99AD-C7D7A75FB944}" type="pres">
      <dgm:prSet presAssocID="{0010AD6C-4788-48E8-B07C-E534E779396E}" presName="Name37" presStyleLbl="parChTrans1D2" presStyleIdx="1" presStyleCnt="3"/>
      <dgm:spPr/>
    </dgm:pt>
    <dgm:pt modelId="{6E0DB6DB-F491-4DC0-8BC2-3405E58E066C}" type="pres">
      <dgm:prSet presAssocID="{1BD74F18-D373-4D8E-899C-04300BF1F6B7}" presName="hierRoot2" presStyleCnt="0">
        <dgm:presLayoutVars>
          <dgm:hierBranch val="l"/>
        </dgm:presLayoutVars>
      </dgm:prSet>
      <dgm:spPr/>
    </dgm:pt>
    <dgm:pt modelId="{31AEB17C-FDEB-4824-9A3E-C88C4093CDBE}" type="pres">
      <dgm:prSet presAssocID="{1BD74F18-D373-4D8E-899C-04300BF1F6B7}" presName="rootComposite" presStyleCnt="0"/>
      <dgm:spPr/>
    </dgm:pt>
    <dgm:pt modelId="{38FE156F-1144-4A88-8C24-0D03FAAC13C5}" type="pres">
      <dgm:prSet presAssocID="{1BD74F18-D373-4D8E-899C-04300BF1F6B7}" presName="rootText" presStyleLbl="node2" presStyleIdx="1" presStyleCnt="3" custScaleY="46523">
        <dgm:presLayoutVars>
          <dgm:chPref val="3"/>
        </dgm:presLayoutVars>
      </dgm:prSet>
      <dgm:spPr/>
    </dgm:pt>
    <dgm:pt modelId="{B0E84291-0322-434E-AC5D-A1F61E4CE8E0}" type="pres">
      <dgm:prSet presAssocID="{1BD74F18-D373-4D8E-899C-04300BF1F6B7}" presName="rootConnector" presStyleLbl="node2" presStyleIdx="1" presStyleCnt="3"/>
      <dgm:spPr/>
    </dgm:pt>
    <dgm:pt modelId="{7E14434F-D437-40D8-A454-11EA7E3C0C97}" type="pres">
      <dgm:prSet presAssocID="{1BD74F18-D373-4D8E-899C-04300BF1F6B7}" presName="hierChild4" presStyleCnt="0"/>
      <dgm:spPr/>
    </dgm:pt>
    <dgm:pt modelId="{B282F4D3-7017-4ACD-9BEE-4B4526D835FD}" type="pres">
      <dgm:prSet presAssocID="{055A6F7A-7CC5-43AE-9712-5C2CE2407894}" presName="Name50" presStyleLbl="parChTrans1D3" presStyleIdx="1" presStyleCnt="8"/>
      <dgm:spPr/>
    </dgm:pt>
    <dgm:pt modelId="{622AF1E2-6C32-40F7-B9E6-C63B23819D2C}" type="pres">
      <dgm:prSet presAssocID="{7B2B98B7-3F6F-4E92-8F8A-DF9EAA9F1DD1}" presName="hierRoot2" presStyleCnt="0">
        <dgm:presLayoutVars>
          <dgm:hierBranch val="l"/>
        </dgm:presLayoutVars>
      </dgm:prSet>
      <dgm:spPr/>
    </dgm:pt>
    <dgm:pt modelId="{4FE3930F-8F3C-4004-93CE-901870D5EDBE}" type="pres">
      <dgm:prSet presAssocID="{7B2B98B7-3F6F-4E92-8F8A-DF9EAA9F1DD1}" presName="rootComposite" presStyleCnt="0"/>
      <dgm:spPr/>
    </dgm:pt>
    <dgm:pt modelId="{9C86F478-EAF6-4745-958E-A7AD8D1A793C}" type="pres">
      <dgm:prSet presAssocID="{7B2B98B7-3F6F-4E92-8F8A-DF9EAA9F1DD1}" presName="rootText" presStyleLbl="node3" presStyleIdx="1" presStyleCnt="8" custScaleX="135155" custScaleY="215485">
        <dgm:presLayoutVars>
          <dgm:chPref val="3"/>
        </dgm:presLayoutVars>
      </dgm:prSet>
      <dgm:spPr/>
    </dgm:pt>
    <dgm:pt modelId="{813E67CF-C7EB-4433-8C71-D993F58C6CE2}" type="pres">
      <dgm:prSet presAssocID="{7B2B98B7-3F6F-4E92-8F8A-DF9EAA9F1DD1}" presName="rootConnector" presStyleLbl="node3" presStyleIdx="1" presStyleCnt="8"/>
      <dgm:spPr/>
    </dgm:pt>
    <dgm:pt modelId="{5D06FA92-3824-487E-8684-B878CFA4F1FD}" type="pres">
      <dgm:prSet presAssocID="{7B2B98B7-3F6F-4E92-8F8A-DF9EAA9F1DD1}" presName="hierChild4" presStyleCnt="0"/>
      <dgm:spPr/>
    </dgm:pt>
    <dgm:pt modelId="{3A0AAEDB-313E-4067-A52F-5A5C3466B1C6}" type="pres">
      <dgm:prSet presAssocID="{7B2B98B7-3F6F-4E92-8F8A-DF9EAA9F1DD1}" presName="hierChild5" presStyleCnt="0"/>
      <dgm:spPr/>
    </dgm:pt>
    <dgm:pt modelId="{AEAF718D-686F-401A-90DA-C4BA76F956FE}" type="pres">
      <dgm:prSet presAssocID="{1BD74F18-D373-4D8E-899C-04300BF1F6B7}" presName="hierChild5" presStyleCnt="0"/>
      <dgm:spPr/>
    </dgm:pt>
    <dgm:pt modelId="{12738CAF-1F0A-4615-8B20-A29D13A3FD85}" type="pres">
      <dgm:prSet presAssocID="{079D0D0C-C6E7-4D01-B66E-F74B3306E23C}" presName="Name37" presStyleLbl="parChTrans1D2" presStyleIdx="2" presStyleCnt="3"/>
      <dgm:spPr/>
    </dgm:pt>
    <dgm:pt modelId="{6036E1A2-E45B-487D-8E27-EB49CC23CA71}" type="pres">
      <dgm:prSet presAssocID="{93274B36-CEEF-43B4-B0DB-06A66CC9B75D}" presName="hierRoot2" presStyleCnt="0">
        <dgm:presLayoutVars>
          <dgm:hierBranch val="init"/>
        </dgm:presLayoutVars>
      </dgm:prSet>
      <dgm:spPr/>
    </dgm:pt>
    <dgm:pt modelId="{ECE87B29-32C6-4DF7-874F-265C44F5BB63}" type="pres">
      <dgm:prSet presAssocID="{93274B36-CEEF-43B4-B0DB-06A66CC9B75D}" presName="rootComposite" presStyleCnt="0"/>
      <dgm:spPr/>
    </dgm:pt>
    <dgm:pt modelId="{15D752CE-6E06-499F-A700-C317D3A34D61}" type="pres">
      <dgm:prSet presAssocID="{93274B36-CEEF-43B4-B0DB-06A66CC9B75D}" presName="rootText" presStyleLbl="node2" presStyleIdx="2" presStyleCnt="3" custScaleY="44478">
        <dgm:presLayoutVars>
          <dgm:chPref val="3"/>
        </dgm:presLayoutVars>
      </dgm:prSet>
      <dgm:spPr/>
    </dgm:pt>
    <dgm:pt modelId="{E86F6E59-1B44-4E15-BABA-977631D7947D}" type="pres">
      <dgm:prSet presAssocID="{93274B36-CEEF-43B4-B0DB-06A66CC9B75D}" presName="rootConnector" presStyleLbl="node2" presStyleIdx="2" presStyleCnt="3"/>
      <dgm:spPr/>
    </dgm:pt>
    <dgm:pt modelId="{DCE04961-1EE1-48B9-8946-3D30C3079A39}" type="pres">
      <dgm:prSet presAssocID="{93274B36-CEEF-43B4-B0DB-06A66CC9B75D}" presName="hierChild4" presStyleCnt="0"/>
      <dgm:spPr/>
    </dgm:pt>
    <dgm:pt modelId="{8A632DD0-CDED-41D3-8750-356FAB24D7CF}" type="pres">
      <dgm:prSet presAssocID="{B6C22769-69E7-4FDC-A40F-AAE6651EDF08}" presName="Name37" presStyleLbl="parChTrans1D3" presStyleIdx="2" presStyleCnt="8"/>
      <dgm:spPr/>
    </dgm:pt>
    <dgm:pt modelId="{15A96EFB-0280-409D-934B-0081E615CA27}" type="pres">
      <dgm:prSet presAssocID="{3E919B22-C04B-4596-980C-0C881EF91D5E}" presName="hierRoot2" presStyleCnt="0">
        <dgm:presLayoutVars>
          <dgm:hierBranch val="init"/>
        </dgm:presLayoutVars>
      </dgm:prSet>
      <dgm:spPr/>
    </dgm:pt>
    <dgm:pt modelId="{E508B51C-CEBA-4356-B171-C77785C10A66}" type="pres">
      <dgm:prSet presAssocID="{3E919B22-C04B-4596-980C-0C881EF91D5E}" presName="rootComposite" presStyleCnt="0"/>
      <dgm:spPr/>
    </dgm:pt>
    <dgm:pt modelId="{DD9A0A10-8F4A-4B2D-9793-4797A4DE353F}" type="pres">
      <dgm:prSet presAssocID="{3E919B22-C04B-4596-980C-0C881EF91D5E}" presName="rootText" presStyleLbl="node3" presStyleIdx="2" presStyleCnt="8" custFlipVert="0" custScaleY="38475">
        <dgm:presLayoutVars>
          <dgm:chPref val="3"/>
        </dgm:presLayoutVars>
      </dgm:prSet>
      <dgm:spPr/>
    </dgm:pt>
    <dgm:pt modelId="{B6D3C25C-C66F-4959-9B33-A8940CB394DB}" type="pres">
      <dgm:prSet presAssocID="{3E919B22-C04B-4596-980C-0C881EF91D5E}" presName="rootConnector" presStyleLbl="node3" presStyleIdx="2" presStyleCnt="8"/>
      <dgm:spPr/>
    </dgm:pt>
    <dgm:pt modelId="{DC5CE951-E07F-4F1F-8B37-C61D08D1B3E6}" type="pres">
      <dgm:prSet presAssocID="{3E919B22-C04B-4596-980C-0C881EF91D5E}" presName="hierChild4" presStyleCnt="0"/>
      <dgm:spPr/>
    </dgm:pt>
    <dgm:pt modelId="{3098BDF7-CCC6-47B8-88A8-2F621B93B9B5}" type="pres">
      <dgm:prSet presAssocID="{3E919B22-C04B-4596-980C-0C881EF91D5E}" presName="hierChild5" presStyleCnt="0"/>
      <dgm:spPr/>
    </dgm:pt>
    <dgm:pt modelId="{A52D41FA-9143-4E0D-A3B5-80AAE95A2831}" type="pres">
      <dgm:prSet presAssocID="{B4E09468-BF3A-4D4A-BCCA-CBEF9DD7EAB2}" presName="Name37" presStyleLbl="parChTrans1D3" presStyleIdx="3" presStyleCnt="8"/>
      <dgm:spPr/>
    </dgm:pt>
    <dgm:pt modelId="{6F8B73E8-F433-4BCC-9867-142036D3DDC2}" type="pres">
      <dgm:prSet presAssocID="{6AC68944-ACB6-444D-A7C9-FE977A3EFF7A}" presName="hierRoot2" presStyleCnt="0">
        <dgm:presLayoutVars>
          <dgm:hierBranch val="init"/>
        </dgm:presLayoutVars>
      </dgm:prSet>
      <dgm:spPr/>
    </dgm:pt>
    <dgm:pt modelId="{29A46C10-6818-4A90-B6BB-F55C7AFBDC64}" type="pres">
      <dgm:prSet presAssocID="{6AC68944-ACB6-444D-A7C9-FE977A3EFF7A}" presName="rootComposite" presStyleCnt="0"/>
      <dgm:spPr/>
    </dgm:pt>
    <dgm:pt modelId="{D75CAD97-EDA4-4BDB-96DE-4E2E63F010C5}" type="pres">
      <dgm:prSet presAssocID="{6AC68944-ACB6-444D-A7C9-FE977A3EFF7A}" presName="rootText" presStyleLbl="node3" presStyleIdx="3" presStyleCnt="8" custFlipVert="0" custScaleY="40185">
        <dgm:presLayoutVars>
          <dgm:chPref val="3"/>
        </dgm:presLayoutVars>
      </dgm:prSet>
      <dgm:spPr/>
    </dgm:pt>
    <dgm:pt modelId="{C3C6DB32-DDF1-442A-830E-91002D98E400}" type="pres">
      <dgm:prSet presAssocID="{6AC68944-ACB6-444D-A7C9-FE977A3EFF7A}" presName="rootConnector" presStyleLbl="node3" presStyleIdx="3" presStyleCnt="8"/>
      <dgm:spPr/>
    </dgm:pt>
    <dgm:pt modelId="{A48C14C1-10F9-4584-A75E-0AF032200798}" type="pres">
      <dgm:prSet presAssocID="{6AC68944-ACB6-444D-A7C9-FE977A3EFF7A}" presName="hierChild4" presStyleCnt="0"/>
      <dgm:spPr/>
    </dgm:pt>
    <dgm:pt modelId="{AB4F68F1-0915-4B37-BE0D-F819850837BC}" type="pres">
      <dgm:prSet presAssocID="{6AC68944-ACB6-444D-A7C9-FE977A3EFF7A}" presName="hierChild5" presStyleCnt="0"/>
      <dgm:spPr/>
    </dgm:pt>
    <dgm:pt modelId="{30E6AEED-C2C5-4FDF-8E3B-1ED9930F7A50}" type="pres">
      <dgm:prSet presAssocID="{619E17BF-B2D1-4F77-9749-BCC06F963D6D}" presName="Name37" presStyleLbl="parChTrans1D3" presStyleIdx="4" presStyleCnt="8"/>
      <dgm:spPr/>
    </dgm:pt>
    <dgm:pt modelId="{00DFEC77-E939-49BB-94BA-BC54ACE4DF3C}" type="pres">
      <dgm:prSet presAssocID="{A9F72292-4AD9-4941-A46F-6858E83B8D64}" presName="hierRoot2" presStyleCnt="0">
        <dgm:presLayoutVars>
          <dgm:hierBranch val="init"/>
        </dgm:presLayoutVars>
      </dgm:prSet>
      <dgm:spPr/>
    </dgm:pt>
    <dgm:pt modelId="{06EDE889-80AC-4C4C-BE15-51B4EC4E6C98}" type="pres">
      <dgm:prSet presAssocID="{A9F72292-4AD9-4941-A46F-6858E83B8D64}" presName="rootComposite" presStyleCnt="0"/>
      <dgm:spPr/>
    </dgm:pt>
    <dgm:pt modelId="{F2212196-1BAF-488C-9207-4761F9597C87}" type="pres">
      <dgm:prSet presAssocID="{A9F72292-4AD9-4941-A46F-6858E83B8D64}" presName="rootText" presStyleLbl="node3" presStyleIdx="4" presStyleCnt="8" custScaleY="29502">
        <dgm:presLayoutVars>
          <dgm:chPref val="3"/>
        </dgm:presLayoutVars>
      </dgm:prSet>
      <dgm:spPr/>
    </dgm:pt>
    <dgm:pt modelId="{1ED2FC36-3221-4EF6-BFA9-7599DA2D51C1}" type="pres">
      <dgm:prSet presAssocID="{A9F72292-4AD9-4941-A46F-6858E83B8D64}" presName="rootConnector" presStyleLbl="node3" presStyleIdx="4" presStyleCnt="8"/>
      <dgm:spPr/>
    </dgm:pt>
    <dgm:pt modelId="{DFC7EF5E-C734-479F-A734-B7D896745C59}" type="pres">
      <dgm:prSet presAssocID="{A9F72292-4AD9-4941-A46F-6858E83B8D64}" presName="hierChild4" presStyleCnt="0"/>
      <dgm:spPr/>
    </dgm:pt>
    <dgm:pt modelId="{89086F9E-0316-4063-90D3-74BBB8955118}" type="pres">
      <dgm:prSet presAssocID="{A9F72292-4AD9-4941-A46F-6858E83B8D64}" presName="hierChild5" presStyleCnt="0"/>
      <dgm:spPr/>
    </dgm:pt>
    <dgm:pt modelId="{04F15291-AFA4-42C9-A809-E0ECEADDBBDC}" type="pres">
      <dgm:prSet presAssocID="{A6ADF9E3-5333-4B55-9F23-3A31E8DACFDD}" presName="Name37" presStyleLbl="parChTrans1D3" presStyleIdx="5" presStyleCnt="8"/>
      <dgm:spPr/>
    </dgm:pt>
    <dgm:pt modelId="{C620FA70-78E0-4FE0-A09C-33A344A862B2}" type="pres">
      <dgm:prSet presAssocID="{EA66F392-879C-4897-86C4-9FD2B4DB0968}" presName="hierRoot2" presStyleCnt="0">
        <dgm:presLayoutVars>
          <dgm:hierBranch val="init"/>
        </dgm:presLayoutVars>
      </dgm:prSet>
      <dgm:spPr/>
    </dgm:pt>
    <dgm:pt modelId="{51AC0A8C-948B-4141-B0BA-01DC1C2B3327}" type="pres">
      <dgm:prSet presAssocID="{EA66F392-879C-4897-86C4-9FD2B4DB0968}" presName="rootComposite" presStyleCnt="0"/>
      <dgm:spPr/>
    </dgm:pt>
    <dgm:pt modelId="{55AA8406-4D55-4E98-9726-F362CFDA74FE}" type="pres">
      <dgm:prSet presAssocID="{EA66F392-879C-4897-86C4-9FD2B4DB0968}" presName="rootText" presStyleLbl="node3" presStyleIdx="5" presStyleCnt="8" custScaleY="29219">
        <dgm:presLayoutVars>
          <dgm:chPref val="3"/>
        </dgm:presLayoutVars>
      </dgm:prSet>
      <dgm:spPr/>
    </dgm:pt>
    <dgm:pt modelId="{960AF984-A4FF-4AA6-A85D-151CD6CF0183}" type="pres">
      <dgm:prSet presAssocID="{EA66F392-879C-4897-86C4-9FD2B4DB0968}" presName="rootConnector" presStyleLbl="node3" presStyleIdx="5" presStyleCnt="8"/>
      <dgm:spPr/>
    </dgm:pt>
    <dgm:pt modelId="{1C321BB1-D738-4135-8309-9B6B458E7367}" type="pres">
      <dgm:prSet presAssocID="{EA66F392-879C-4897-86C4-9FD2B4DB0968}" presName="hierChild4" presStyleCnt="0"/>
      <dgm:spPr/>
    </dgm:pt>
    <dgm:pt modelId="{74B0D237-931E-4A0A-8284-21FDA84FFAB5}" type="pres">
      <dgm:prSet presAssocID="{EA66F392-879C-4897-86C4-9FD2B4DB0968}" presName="hierChild5" presStyleCnt="0"/>
      <dgm:spPr/>
    </dgm:pt>
    <dgm:pt modelId="{F6606A97-50EA-4309-9FF2-62FA0AB5E554}" type="pres">
      <dgm:prSet presAssocID="{1CBE0D12-B95B-4FFE-A113-269CD945C66A}" presName="Name37" presStyleLbl="parChTrans1D3" presStyleIdx="6" presStyleCnt="8"/>
      <dgm:spPr/>
    </dgm:pt>
    <dgm:pt modelId="{647FA823-20E4-4EF3-A71A-B69329AE4B3E}" type="pres">
      <dgm:prSet presAssocID="{C84E49D2-B118-4745-B593-4A06C788939F}" presName="hierRoot2" presStyleCnt="0">
        <dgm:presLayoutVars>
          <dgm:hierBranch val="init"/>
        </dgm:presLayoutVars>
      </dgm:prSet>
      <dgm:spPr/>
    </dgm:pt>
    <dgm:pt modelId="{CE1576BE-8F7B-4E27-84E7-35051E325672}" type="pres">
      <dgm:prSet presAssocID="{C84E49D2-B118-4745-B593-4A06C788939F}" presName="rootComposite" presStyleCnt="0"/>
      <dgm:spPr/>
    </dgm:pt>
    <dgm:pt modelId="{FD61A965-C95E-4DDB-83DC-0C0FA2BF1963}" type="pres">
      <dgm:prSet presAssocID="{C84E49D2-B118-4745-B593-4A06C788939F}" presName="rootText" presStyleLbl="node3" presStyleIdx="6" presStyleCnt="8" custFlipVert="0" custScaleY="49935">
        <dgm:presLayoutVars>
          <dgm:chPref val="3"/>
        </dgm:presLayoutVars>
      </dgm:prSet>
      <dgm:spPr/>
    </dgm:pt>
    <dgm:pt modelId="{C8816BE7-BD26-48CF-B455-ED8AB7C5225E}" type="pres">
      <dgm:prSet presAssocID="{C84E49D2-B118-4745-B593-4A06C788939F}" presName="rootConnector" presStyleLbl="node3" presStyleIdx="6" presStyleCnt="8"/>
      <dgm:spPr/>
    </dgm:pt>
    <dgm:pt modelId="{9CE2C25C-28C6-4461-8176-A5FC0D451817}" type="pres">
      <dgm:prSet presAssocID="{C84E49D2-B118-4745-B593-4A06C788939F}" presName="hierChild4" presStyleCnt="0"/>
      <dgm:spPr/>
    </dgm:pt>
    <dgm:pt modelId="{6F6FD48A-B018-483F-B767-B35610F719B0}" type="pres">
      <dgm:prSet presAssocID="{C84E49D2-B118-4745-B593-4A06C788939F}" presName="hierChild5" presStyleCnt="0"/>
      <dgm:spPr/>
    </dgm:pt>
    <dgm:pt modelId="{E7F19799-3A41-4B8A-99EC-945BA85F8C30}" type="pres">
      <dgm:prSet presAssocID="{64CF6478-716F-458A-BE0C-3C5D6CB107E7}" presName="Name37" presStyleLbl="parChTrans1D3" presStyleIdx="7" presStyleCnt="8"/>
      <dgm:spPr/>
    </dgm:pt>
    <dgm:pt modelId="{B6BC7482-4756-423C-9DDF-E889A37E548B}" type="pres">
      <dgm:prSet presAssocID="{1E7D4D6A-75AC-4BBE-9F71-60C01F75A9B6}" presName="hierRoot2" presStyleCnt="0">
        <dgm:presLayoutVars>
          <dgm:hierBranch val="init"/>
        </dgm:presLayoutVars>
      </dgm:prSet>
      <dgm:spPr/>
    </dgm:pt>
    <dgm:pt modelId="{883FC335-4599-4291-A56B-1016CE87642D}" type="pres">
      <dgm:prSet presAssocID="{1E7D4D6A-75AC-4BBE-9F71-60C01F75A9B6}" presName="rootComposite" presStyleCnt="0"/>
      <dgm:spPr/>
    </dgm:pt>
    <dgm:pt modelId="{FB04B6DD-76F9-4557-B7E6-8C6832FA14B9}" type="pres">
      <dgm:prSet presAssocID="{1E7D4D6A-75AC-4BBE-9F71-60C01F75A9B6}" presName="rootText" presStyleLbl="node3" presStyleIdx="7" presStyleCnt="8" custScaleY="29789">
        <dgm:presLayoutVars>
          <dgm:chPref val="3"/>
        </dgm:presLayoutVars>
      </dgm:prSet>
      <dgm:spPr/>
    </dgm:pt>
    <dgm:pt modelId="{0BEF0E57-61D7-4A4A-B9D9-66BD5B4D88D4}" type="pres">
      <dgm:prSet presAssocID="{1E7D4D6A-75AC-4BBE-9F71-60C01F75A9B6}" presName="rootConnector" presStyleLbl="node3" presStyleIdx="7" presStyleCnt="8"/>
      <dgm:spPr/>
    </dgm:pt>
    <dgm:pt modelId="{4893A363-B1AE-42FD-9CF5-7689903CD988}" type="pres">
      <dgm:prSet presAssocID="{1E7D4D6A-75AC-4BBE-9F71-60C01F75A9B6}" presName="hierChild4" presStyleCnt="0"/>
      <dgm:spPr/>
    </dgm:pt>
    <dgm:pt modelId="{BE7EBB0D-290F-4409-8E3E-504907B3DB29}" type="pres">
      <dgm:prSet presAssocID="{1E7D4D6A-75AC-4BBE-9F71-60C01F75A9B6}" presName="hierChild5" presStyleCnt="0"/>
      <dgm:spPr/>
    </dgm:pt>
    <dgm:pt modelId="{6C0CBA67-68C3-45C3-9C5F-8EA31C04FA7F}" type="pres">
      <dgm:prSet presAssocID="{93274B36-CEEF-43B4-B0DB-06A66CC9B75D}" presName="hierChild5" presStyleCnt="0"/>
      <dgm:spPr/>
    </dgm:pt>
    <dgm:pt modelId="{860CFD0F-72FE-4455-8908-E4C9B06B9DF4}" type="pres">
      <dgm:prSet presAssocID="{3F1612E0-6123-4C2B-A5C9-8A8C9D835F9B}" presName="hierChild3" presStyleCnt="0"/>
      <dgm:spPr/>
    </dgm:pt>
  </dgm:ptLst>
  <dgm:cxnLst>
    <dgm:cxn modelId="{87ACD707-0217-4A93-A47A-94851E291F4E}" type="presOf" srcId="{93274B36-CEEF-43B4-B0DB-06A66CC9B75D}" destId="{E86F6E59-1B44-4E15-BABA-977631D7947D}" srcOrd="1" destOrd="0" presId="urn:microsoft.com/office/officeart/2005/8/layout/orgChart1"/>
    <dgm:cxn modelId="{EC49D109-6C80-4F59-916F-2D03EB8573EF}" type="presOf" srcId="{35E80D60-2EDB-4DEA-BC62-E6CF249D4A1F}" destId="{DD05D66D-4447-4263-8282-EDEF312C07A3}" srcOrd="1" destOrd="0" presId="urn:microsoft.com/office/officeart/2005/8/layout/orgChart1"/>
    <dgm:cxn modelId="{CA61C90A-7331-4B11-9338-146A91F6DAB0}" type="presOf" srcId="{EA66F392-879C-4897-86C4-9FD2B4DB0968}" destId="{960AF984-A4FF-4AA6-A85D-151CD6CF0183}" srcOrd="1" destOrd="0" presId="urn:microsoft.com/office/officeart/2005/8/layout/orgChart1"/>
    <dgm:cxn modelId="{CF555713-B500-4013-B390-BD056DA16ED1}" type="presOf" srcId="{619E17BF-B2D1-4F77-9749-BCC06F963D6D}" destId="{30E6AEED-C2C5-4FDF-8E3B-1ED9930F7A50}" srcOrd="0" destOrd="0" presId="urn:microsoft.com/office/officeart/2005/8/layout/orgChart1"/>
    <dgm:cxn modelId="{2F7A4E14-E4B6-4B0F-A8AA-C941C999643F}" srcId="{3F1612E0-6123-4C2B-A5C9-8A8C9D835F9B}" destId="{1BD74F18-D373-4D8E-899C-04300BF1F6B7}" srcOrd="1" destOrd="0" parTransId="{0010AD6C-4788-48E8-B07C-E534E779396E}" sibTransId="{9C06B5A0-76AB-4A7A-AF40-C9A02E5D0E00}"/>
    <dgm:cxn modelId="{73E38017-4DA0-48C3-814C-9391A972E271}" srcId="{31865C63-FE1D-4C6C-9646-BA292FEB0B1B}" destId="{3F1612E0-6123-4C2B-A5C9-8A8C9D835F9B}" srcOrd="0" destOrd="0" parTransId="{9F9F6D8C-E696-411D-BBBD-58FC1D62165C}" sibTransId="{EBCD44A6-E376-4E31-8B2B-BC692A0B2BEE}"/>
    <dgm:cxn modelId="{8EAFC41B-56CC-4A41-B90A-2A1B4E61A75B}" type="presOf" srcId="{055A6F7A-7CC5-43AE-9712-5C2CE2407894}" destId="{B282F4D3-7017-4ACD-9BEE-4B4526D835FD}" srcOrd="0" destOrd="0" presId="urn:microsoft.com/office/officeart/2005/8/layout/orgChart1"/>
    <dgm:cxn modelId="{1C2E3124-46BC-41D6-A5E3-79771E3D9987}" srcId="{4F15329E-FE02-4765-B151-2E03C2C02AA9}" destId="{35E80D60-2EDB-4DEA-BC62-E6CF249D4A1F}" srcOrd="0" destOrd="0" parTransId="{09400440-789F-4B13-919A-0A8CDD783C88}" sibTransId="{4FF8E484-3AAA-4B5E-BE90-5E1FD189E266}"/>
    <dgm:cxn modelId="{4E180D31-C5DF-4D22-8B70-0047D6A5A9E5}" srcId="{93274B36-CEEF-43B4-B0DB-06A66CC9B75D}" destId="{6AC68944-ACB6-444D-A7C9-FE977A3EFF7A}" srcOrd="1" destOrd="0" parTransId="{B4E09468-BF3A-4D4A-BCCA-CBEF9DD7EAB2}" sibTransId="{EAEA3180-759B-4CA0-BF09-17F9A6C53988}"/>
    <dgm:cxn modelId="{AAE58C34-2215-4997-BC28-D7D074A0112C}" type="presOf" srcId="{4F15329E-FE02-4765-B151-2E03C2C02AA9}" destId="{4762E384-B0ED-4D0E-A5B3-E44138F0E0EF}" srcOrd="1" destOrd="0" presId="urn:microsoft.com/office/officeart/2005/8/layout/orgChart1"/>
    <dgm:cxn modelId="{591C2437-C947-4CDD-96A3-E9ADE86F446F}" srcId="{93274B36-CEEF-43B4-B0DB-06A66CC9B75D}" destId="{A9F72292-4AD9-4941-A46F-6858E83B8D64}" srcOrd="2" destOrd="0" parTransId="{619E17BF-B2D1-4F77-9749-BCC06F963D6D}" sibTransId="{23380630-4027-41EF-A92E-DCEEAC037942}"/>
    <dgm:cxn modelId="{DBEA933D-84A4-4C92-B750-3D5F29A0BF57}" type="presOf" srcId="{1E7D4D6A-75AC-4BBE-9F71-60C01F75A9B6}" destId="{0BEF0E57-61D7-4A4A-B9D9-66BD5B4D88D4}" srcOrd="1" destOrd="0" presId="urn:microsoft.com/office/officeart/2005/8/layout/orgChart1"/>
    <dgm:cxn modelId="{CDD3D53F-A1B5-40C0-8F14-1E99328C4DCA}" srcId="{93274B36-CEEF-43B4-B0DB-06A66CC9B75D}" destId="{C84E49D2-B118-4745-B593-4A06C788939F}" srcOrd="4" destOrd="0" parTransId="{1CBE0D12-B95B-4FFE-A113-269CD945C66A}" sibTransId="{5973BC5A-F7EC-46CD-A2D5-F5E7F79ACA0E}"/>
    <dgm:cxn modelId="{701B4A40-F5C5-421A-B3A6-3AD2ED78E774}" type="presOf" srcId="{C84E49D2-B118-4745-B593-4A06C788939F}" destId="{C8816BE7-BD26-48CF-B455-ED8AB7C5225E}" srcOrd="1" destOrd="0" presId="urn:microsoft.com/office/officeart/2005/8/layout/orgChart1"/>
    <dgm:cxn modelId="{4F2CBE5D-8119-4D8B-A4FE-D316052C9A6F}" type="presOf" srcId="{1BD74F18-D373-4D8E-899C-04300BF1F6B7}" destId="{38FE156F-1144-4A88-8C24-0D03FAAC13C5}" srcOrd="0" destOrd="0" presId="urn:microsoft.com/office/officeart/2005/8/layout/orgChart1"/>
    <dgm:cxn modelId="{FD80F15D-B753-473C-A53A-24028F1A8BBC}" type="presOf" srcId="{09400440-789F-4B13-919A-0A8CDD783C88}" destId="{69916873-49AF-43E0-B894-6692557E60D1}" srcOrd="0" destOrd="0" presId="urn:microsoft.com/office/officeart/2005/8/layout/orgChart1"/>
    <dgm:cxn modelId="{C10EAA41-CD0F-4CA0-9F37-68ADF9F014E3}" type="presOf" srcId="{0010AD6C-4788-48E8-B07C-E534E779396E}" destId="{B988B44E-2991-474B-99AD-C7D7A75FB944}" srcOrd="0" destOrd="0" presId="urn:microsoft.com/office/officeart/2005/8/layout/orgChart1"/>
    <dgm:cxn modelId="{8D217162-2067-42EA-AA8C-CD4C38B70AEB}" type="presOf" srcId="{35E80D60-2EDB-4DEA-BC62-E6CF249D4A1F}" destId="{09C6C226-9459-44A3-BFD3-A670937F1573}" srcOrd="0" destOrd="0" presId="urn:microsoft.com/office/officeart/2005/8/layout/orgChart1"/>
    <dgm:cxn modelId="{36CB9143-50AC-49C0-B380-5DF683CD99C1}" type="presOf" srcId="{A6ADF9E3-5333-4B55-9F23-3A31E8DACFDD}" destId="{04F15291-AFA4-42C9-A809-E0ECEADDBBDC}" srcOrd="0" destOrd="0" presId="urn:microsoft.com/office/officeart/2005/8/layout/orgChart1"/>
    <dgm:cxn modelId="{9451BF45-A70F-4D7E-B9C0-484983E87148}" type="presOf" srcId="{1CBE0D12-B95B-4FFE-A113-269CD945C66A}" destId="{F6606A97-50EA-4309-9FF2-62FA0AB5E554}" srcOrd="0" destOrd="0" presId="urn:microsoft.com/office/officeart/2005/8/layout/orgChart1"/>
    <dgm:cxn modelId="{46E00C47-59BE-447A-B908-715043921663}" type="presOf" srcId="{3E919B22-C04B-4596-980C-0C881EF91D5E}" destId="{B6D3C25C-C66F-4959-9B33-A8940CB394DB}" srcOrd="1" destOrd="0" presId="urn:microsoft.com/office/officeart/2005/8/layout/orgChart1"/>
    <dgm:cxn modelId="{173F9B67-27DB-4C2D-9EA7-0BF85D7C83F4}" srcId="{93274B36-CEEF-43B4-B0DB-06A66CC9B75D}" destId="{EA66F392-879C-4897-86C4-9FD2B4DB0968}" srcOrd="3" destOrd="0" parTransId="{A6ADF9E3-5333-4B55-9F23-3A31E8DACFDD}" sibTransId="{017EE75C-3788-40F1-9637-7955EBF9B41C}"/>
    <dgm:cxn modelId="{9E6C2748-D0AC-4EA9-980B-1B486E66D4D5}" type="presOf" srcId="{64CF6478-716F-458A-BE0C-3C5D6CB107E7}" destId="{E7F19799-3A41-4B8A-99EC-945BA85F8C30}" srcOrd="0" destOrd="0" presId="urn:microsoft.com/office/officeart/2005/8/layout/orgChart1"/>
    <dgm:cxn modelId="{4A05644B-7C52-4F5E-8B88-0F00B645AA70}" type="presOf" srcId="{43901AAE-880C-4D2E-BA51-BEA7DC449483}" destId="{D72B3DC1-3D1E-461F-B3C5-E036BB284ABF}" srcOrd="0" destOrd="0" presId="urn:microsoft.com/office/officeart/2005/8/layout/orgChart1"/>
    <dgm:cxn modelId="{D4BBFE6D-2539-4D03-A61B-9E95FBAA4EE1}" type="presOf" srcId="{A9F72292-4AD9-4941-A46F-6858E83B8D64}" destId="{1ED2FC36-3221-4EF6-BFA9-7599DA2D51C1}" srcOrd="1" destOrd="0" presId="urn:microsoft.com/office/officeart/2005/8/layout/orgChart1"/>
    <dgm:cxn modelId="{ED4DB46F-A798-44F5-87AB-8DA0709E2828}" srcId="{1BD74F18-D373-4D8E-899C-04300BF1F6B7}" destId="{7B2B98B7-3F6F-4E92-8F8A-DF9EAA9F1DD1}" srcOrd="0" destOrd="0" parTransId="{055A6F7A-7CC5-43AE-9712-5C2CE2407894}" sibTransId="{9DCE7692-A9BD-40AA-BDE4-87F89D380342}"/>
    <dgm:cxn modelId="{B573AF50-B972-403B-9F79-D2AA93C21029}" type="presOf" srcId="{6AC68944-ACB6-444D-A7C9-FE977A3EFF7A}" destId="{D75CAD97-EDA4-4BDB-96DE-4E2E63F010C5}" srcOrd="0" destOrd="0" presId="urn:microsoft.com/office/officeart/2005/8/layout/orgChart1"/>
    <dgm:cxn modelId="{89DC0D71-574E-45E9-ADC7-16B2744093CF}" srcId="{93274B36-CEEF-43B4-B0DB-06A66CC9B75D}" destId="{1E7D4D6A-75AC-4BBE-9F71-60C01F75A9B6}" srcOrd="5" destOrd="0" parTransId="{64CF6478-716F-458A-BE0C-3C5D6CB107E7}" sibTransId="{3AAE6693-23E1-42D8-96C3-7F385019D617}"/>
    <dgm:cxn modelId="{69E4EB71-BA41-4ED4-BAFD-8514228D6FA0}" type="presOf" srcId="{6AC68944-ACB6-444D-A7C9-FE977A3EFF7A}" destId="{C3C6DB32-DDF1-442A-830E-91002D98E400}" srcOrd="1" destOrd="0" presId="urn:microsoft.com/office/officeart/2005/8/layout/orgChart1"/>
    <dgm:cxn modelId="{0C4F6D73-6BB7-4387-8E46-6526090844FF}" type="presOf" srcId="{A9F72292-4AD9-4941-A46F-6858E83B8D64}" destId="{F2212196-1BAF-488C-9207-4761F9597C87}" srcOrd="0" destOrd="0" presId="urn:microsoft.com/office/officeart/2005/8/layout/orgChart1"/>
    <dgm:cxn modelId="{E125D186-42AA-47B1-BB2D-C2A2B457FD4B}" type="presOf" srcId="{B6C22769-69E7-4FDC-A40F-AAE6651EDF08}" destId="{8A632DD0-CDED-41D3-8750-356FAB24D7CF}" srcOrd="0" destOrd="0" presId="urn:microsoft.com/office/officeart/2005/8/layout/orgChart1"/>
    <dgm:cxn modelId="{226CAFA3-9851-4C07-AF0E-D56C3CAA7F5D}" srcId="{93274B36-CEEF-43B4-B0DB-06A66CC9B75D}" destId="{3E919B22-C04B-4596-980C-0C881EF91D5E}" srcOrd="0" destOrd="0" parTransId="{B6C22769-69E7-4FDC-A40F-AAE6651EDF08}" sibTransId="{0B139101-F2E8-4F4F-99E9-4EA34C66E4BD}"/>
    <dgm:cxn modelId="{6AC7CFA8-864B-4F04-8086-01470B959B51}" srcId="{3F1612E0-6123-4C2B-A5C9-8A8C9D835F9B}" destId="{4F15329E-FE02-4765-B151-2E03C2C02AA9}" srcOrd="0" destOrd="0" parTransId="{43901AAE-880C-4D2E-BA51-BEA7DC449483}" sibTransId="{A5757A5D-5078-44C4-9A5F-27AE0EB41E75}"/>
    <dgm:cxn modelId="{30D235AA-2679-490A-94E1-5F06AECA6E4D}" type="presOf" srcId="{B4E09468-BF3A-4D4A-BCCA-CBEF9DD7EAB2}" destId="{A52D41FA-9143-4E0D-A3B5-80AAE95A2831}" srcOrd="0" destOrd="0" presId="urn:microsoft.com/office/officeart/2005/8/layout/orgChart1"/>
    <dgm:cxn modelId="{34A358B2-9A70-4E21-8CF8-4BC0C8846F74}" type="presOf" srcId="{3E919B22-C04B-4596-980C-0C881EF91D5E}" destId="{DD9A0A10-8F4A-4B2D-9793-4797A4DE353F}" srcOrd="0" destOrd="0" presId="urn:microsoft.com/office/officeart/2005/8/layout/orgChart1"/>
    <dgm:cxn modelId="{6D11AEB3-FDE2-4798-9C21-49C5796F03BB}" type="presOf" srcId="{7B2B98B7-3F6F-4E92-8F8A-DF9EAA9F1DD1}" destId="{813E67CF-C7EB-4433-8C71-D993F58C6CE2}" srcOrd="1" destOrd="0" presId="urn:microsoft.com/office/officeart/2005/8/layout/orgChart1"/>
    <dgm:cxn modelId="{D48394C4-0583-484A-BC95-703015801FD8}" type="presOf" srcId="{EA66F392-879C-4897-86C4-9FD2B4DB0968}" destId="{55AA8406-4D55-4E98-9726-F362CFDA74FE}" srcOrd="0" destOrd="0" presId="urn:microsoft.com/office/officeart/2005/8/layout/orgChart1"/>
    <dgm:cxn modelId="{EAA6B7C7-3953-40A3-BCE8-D2BACB27084A}" type="presOf" srcId="{7B2B98B7-3F6F-4E92-8F8A-DF9EAA9F1DD1}" destId="{9C86F478-EAF6-4745-958E-A7AD8D1A793C}" srcOrd="0" destOrd="0" presId="urn:microsoft.com/office/officeart/2005/8/layout/orgChart1"/>
    <dgm:cxn modelId="{A3C53ED1-FFAB-4CBC-91D6-EC2AE704A64D}" type="presOf" srcId="{079D0D0C-C6E7-4D01-B66E-F74B3306E23C}" destId="{12738CAF-1F0A-4615-8B20-A29D13A3FD85}" srcOrd="0" destOrd="0" presId="urn:microsoft.com/office/officeart/2005/8/layout/orgChart1"/>
    <dgm:cxn modelId="{05A624D4-483F-4B17-B626-0635C5FE387B}" type="presOf" srcId="{C84E49D2-B118-4745-B593-4A06C788939F}" destId="{FD61A965-C95E-4DDB-83DC-0C0FA2BF1963}" srcOrd="0" destOrd="0" presId="urn:microsoft.com/office/officeart/2005/8/layout/orgChart1"/>
    <dgm:cxn modelId="{EBB7D4DD-852D-4110-A91E-1C814AFAF016}" type="presOf" srcId="{4F15329E-FE02-4765-B151-2E03C2C02AA9}" destId="{359F2EF4-3DA0-473E-8A47-75F7A3B9FE0D}" srcOrd="0" destOrd="0" presId="urn:microsoft.com/office/officeart/2005/8/layout/orgChart1"/>
    <dgm:cxn modelId="{7C098CDF-5EFE-4B25-96D2-1CB504230EBA}" type="presOf" srcId="{93274B36-CEEF-43B4-B0DB-06A66CC9B75D}" destId="{15D752CE-6E06-499F-A700-C317D3A34D61}" srcOrd="0" destOrd="0" presId="urn:microsoft.com/office/officeart/2005/8/layout/orgChart1"/>
    <dgm:cxn modelId="{707910E4-83B5-4E8C-AAF4-527B8D309440}" type="presOf" srcId="{31865C63-FE1D-4C6C-9646-BA292FEB0B1B}" destId="{C81B62B3-195A-4F14-A78F-B97E70BAC716}" srcOrd="0" destOrd="0" presId="urn:microsoft.com/office/officeart/2005/8/layout/orgChart1"/>
    <dgm:cxn modelId="{2FCEF0ED-F92E-4840-AC6F-AAB3A6055CC6}" type="presOf" srcId="{1E7D4D6A-75AC-4BBE-9F71-60C01F75A9B6}" destId="{FB04B6DD-76F9-4557-B7E6-8C6832FA14B9}" srcOrd="0" destOrd="0" presId="urn:microsoft.com/office/officeart/2005/8/layout/orgChart1"/>
    <dgm:cxn modelId="{7F3D25EF-165D-4B55-BE19-411811EA6CE3}" type="presOf" srcId="{3F1612E0-6123-4C2B-A5C9-8A8C9D835F9B}" destId="{5D8EFA5A-879F-49C4-9FF6-CDD06B24FB4A}" srcOrd="1" destOrd="0" presId="urn:microsoft.com/office/officeart/2005/8/layout/orgChart1"/>
    <dgm:cxn modelId="{8DEF8EF6-40A3-43C9-840B-8754FBCC100D}" type="presOf" srcId="{1BD74F18-D373-4D8E-899C-04300BF1F6B7}" destId="{B0E84291-0322-434E-AC5D-A1F61E4CE8E0}" srcOrd="1" destOrd="0" presId="urn:microsoft.com/office/officeart/2005/8/layout/orgChart1"/>
    <dgm:cxn modelId="{779290FC-BBE9-4C66-B611-A57FF7A160BA}" type="presOf" srcId="{3F1612E0-6123-4C2B-A5C9-8A8C9D835F9B}" destId="{B2006C90-6ABF-4F47-9499-13682371348D}" srcOrd="0" destOrd="0" presId="urn:microsoft.com/office/officeart/2005/8/layout/orgChart1"/>
    <dgm:cxn modelId="{BD68C0FF-9986-49A0-8D5D-4CFC411E17A1}" srcId="{3F1612E0-6123-4C2B-A5C9-8A8C9D835F9B}" destId="{93274B36-CEEF-43B4-B0DB-06A66CC9B75D}" srcOrd="2" destOrd="0" parTransId="{079D0D0C-C6E7-4D01-B66E-F74B3306E23C}" sibTransId="{CDAB5E6E-E070-44C0-A7BF-3C4D2ED4E56B}"/>
    <dgm:cxn modelId="{612EABCE-E312-4B8C-97CD-96592A0D66B5}" type="presParOf" srcId="{C81B62B3-195A-4F14-A78F-B97E70BAC716}" destId="{CB6FC5CF-F418-462D-894E-4E54FF3E3CCE}" srcOrd="0" destOrd="0" presId="urn:microsoft.com/office/officeart/2005/8/layout/orgChart1"/>
    <dgm:cxn modelId="{2AB260E9-1143-4510-8107-CFAF2824BBFF}" type="presParOf" srcId="{CB6FC5CF-F418-462D-894E-4E54FF3E3CCE}" destId="{0F38A21D-274C-459E-AF49-C0732D8A596D}" srcOrd="0" destOrd="0" presId="urn:microsoft.com/office/officeart/2005/8/layout/orgChart1"/>
    <dgm:cxn modelId="{9FA00137-6546-4D14-972C-9F91690FD57C}" type="presParOf" srcId="{0F38A21D-274C-459E-AF49-C0732D8A596D}" destId="{B2006C90-6ABF-4F47-9499-13682371348D}" srcOrd="0" destOrd="0" presId="urn:microsoft.com/office/officeart/2005/8/layout/orgChart1"/>
    <dgm:cxn modelId="{58B01D59-A6BD-4A96-9AD0-CE496439DEAF}" type="presParOf" srcId="{0F38A21D-274C-459E-AF49-C0732D8A596D}" destId="{5D8EFA5A-879F-49C4-9FF6-CDD06B24FB4A}" srcOrd="1" destOrd="0" presId="urn:microsoft.com/office/officeart/2005/8/layout/orgChart1"/>
    <dgm:cxn modelId="{B02BF460-EAE2-440E-A4F3-25C537C8FAE3}" type="presParOf" srcId="{CB6FC5CF-F418-462D-894E-4E54FF3E3CCE}" destId="{E79D94FF-54CD-41CB-B974-09E1C9D0A977}" srcOrd="1" destOrd="0" presId="urn:microsoft.com/office/officeart/2005/8/layout/orgChart1"/>
    <dgm:cxn modelId="{3DDC7299-9B54-47D1-8BCE-AA80F8BC8BCC}" type="presParOf" srcId="{E79D94FF-54CD-41CB-B974-09E1C9D0A977}" destId="{D72B3DC1-3D1E-461F-B3C5-E036BB284ABF}" srcOrd="0" destOrd="0" presId="urn:microsoft.com/office/officeart/2005/8/layout/orgChart1"/>
    <dgm:cxn modelId="{F12BB370-7D76-4524-90BD-2DCC5126985D}" type="presParOf" srcId="{E79D94FF-54CD-41CB-B974-09E1C9D0A977}" destId="{31FBD460-187A-4147-9A64-FE9576FE5BBE}" srcOrd="1" destOrd="0" presId="urn:microsoft.com/office/officeart/2005/8/layout/orgChart1"/>
    <dgm:cxn modelId="{F6068C42-0651-4903-B979-156A962AF9D2}" type="presParOf" srcId="{31FBD460-187A-4147-9A64-FE9576FE5BBE}" destId="{7EBBA4CA-5986-4D98-89FB-2746D098EECA}" srcOrd="0" destOrd="0" presId="urn:microsoft.com/office/officeart/2005/8/layout/orgChart1"/>
    <dgm:cxn modelId="{38809F44-ED19-436B-87DF-C01704CE57A1}" type="presParOf" srcId="{7EBBA4CA-5986-4D98-89FB-2746D098EECA}" destId="{359F2EF4-3DA0-473E-8A47-75F7A3B9FE0D}" srcOrd="0" destOrd="0" presId="urn:microsoft.com/office/officeart/2005/8/layout/orgChart1"/>
    <dgm:cxn modelId="{D05BBEC1-2218-44C3-8C15-543A900DF5D9}" type="presParOf" srcId="{7EBBA4CA-5986-4D98-89FB-2746D098EECA}" destId="{4762E384-B0ED-4D0E-A5B3-E44138F0E0EF}" srcOrd="1" destOrd="0" presId="urn:microsoft.com/office/officeart/2005/8/layout/orgChart1"/>
    <dgm:cxn modelId="{A7E32B40-ED77-4C6B-96E8-230B82B546D4}" type="presParOf" srcId="{31FBD460-187A-4147-9A64-FE9576FE5BBE}" destId="{4846BA45-E5AE-4FB8-895A-92E52FF548BB}" srcOrd="1" destOrd="0" presId="urn:microsoft.com/office/officeart/2005/8/layout/orgChart1"/>
    <dgm:cxn modelId="{BBE6C3C6-3495-460F-A9AF-7A046AC52DC8}" type="presParOf" srcId="{4846BA45-E5AE-4FB8-895A-92E52FF548BB}" destId="{69916873-49AF-43E0-B894-6692557E60D1}" srcOrd="0" destOrd="0" presId="urn:microsoft.com/office/officeart/2005/8/layout/orgChart1"/>
    <dgm:cxn modelId="{301283F8-C758-43E0-9044-38176DE2B78D}" type="presParOf" srcId="{4846BA45-E5AE-4FB8-895A-92E52FF548BB}" destId="{82E85B8E-21C0-44E4-B40A-F47E8F11F6A9}" srcOrd="1" destOrd="0" presId="urn:microsoft.com/office/officeart/2005/8/layout/orgChart1"/>
    <dgm:cxn modelId="{6870A4E7-07BA-43DE-B332-02481161CF46}" type="presParOf" srcId="{82E85B8E-21C0-44E4-B40A-F47E8F11F6A9}" destId="{27D81359-D197-4200-BCD9-843E28D99DA8}" srcOrd="0" destOrd="0" presId="urn:microsoft.com/office/officeart/2005/8/layout/orgChart1"/>
    <dgm:cxn modelId="{CF7FAA6D-823D-42AA-B5E0-1560A188E79C}" type="presParOf" srcId="{27D81359-D197-4200-BCD9-843E28D99DA8}" destId="{09C6C226-9459-44A3-BFD3-A670937F1573}" srcOrd="0" destOrd="0" presId="urn:microsoft.com/office/officeart/2005/8/layout/orgChart1"/>
    <dgm:cxn modelId="{8C319A41-A275-45EB-9D63-58EE477A9BEF}" type="presParOf" srcId="{27D81359-D197-4200-BCD9-843E28D99DA8}" destId="{DD05D66D-4447-4263-8282-EDEF312C07A3}" srcOrd="1" destOrd="0" presId="urn:microsoft.com/office/officeart/2005/8/layout/orgChart1"/>
    <dgm:cxn modelId="{ED4F0C8D-B0AF-4B53-B178-F87EA265D024}" type="presParOf" srcId="{82E85B8E-21C0-44E4-B40A-F47E8F11F6A9}" destId="{E36402D8-32A8-46AA-9D14-C40F2285DF42}" srcOrd="1" destOrd="0" presId="urn:microsoft.com/office/officeart/2005/8/layout/orgChart1"/>
    <dgm:cxn modelId="{26AB279F-E640-4CC3-B624-E9AFE5CBFCA0}" type="presParOf" srcId="{82E85B8E-21C0-44E4-B40A-F47E8F11F6A9}" destId="{808D64EF-FCC0-4654-AE1E-A517C87CD20B}" srcOrd="2" destOrd="0" presId="urn:microsoft.com/office/officeart/2005/8/layout/orgChart1"/>
    <dgm:cxn modelId="{B8915E17-36EC-49BD-AFE0-76AE134AA0F2}" type="presParOf" srcId="{31FBD460-187A-4147-9A64-FE9576FE5BBE}" destId="{65A52CA5-5A27-444C-98D9-6A73F8B9766E}" srcOrd="2" destOrd="0" presId="urn:microsoft.com/office/officeart/2005/8/layout/orgChart1"/>
    <dgm:cxn modelId="{6A8A8905-5782-4405-98B0-803FE4FB4186}" type="presParOf" srcId="{E79D94FF-54CD-41CB-B974-09E1C9D0A977}" destId="{B988B44E-2991-474B-99AD-C7D7A75FB944}" srcOrd="2" destOrd="0" presId="urn:microsoft.com/office/officeart/2005/8/layout/orgChart1"/>
    <dgm:cxn modelId="{EAC4AF3C-416D-4801-A7D5-2E3AE1B0DF99}" type="presParOf" srcId="{E79D94FF-54CD-41CB-B974-09E1C9D0A977}" destId="{6E0DB6DB-F491-4DC0-8BC2-3405E58E066C}" srcOrd="3" destOrd="0" presId="urn:microsoft.com/office/officeart/2005/8/layout/orgChart1"/>
    <dgm:cxn modelId="{66DFB642-62A0-4FBA-B7A3-00D378424479}" type="presParOf" srcId="{6E0DB6DB-F491-4DC0-8BC2-3405E58E066C}" destId="{31AEB17C-FDEB-4824-9A3E-C88C4093CDBE}" srcOrd="0" destOrd="0" presId="urn:microsoft.com/office/officeart/2005/8/layout/orgChart1"/>
    <dgm:cxn modelId="{C28A9E49-7E8D-4BF4-9A1C-4E4BEC59330B}" type="presParOf" srcId="{31AEB17C-FDEB-4824-9A3E-C88C4093CDBE}" destId="{38FE156F-1144-4A88-8C24-0D03FAAC13C5}" srcOrd="0" destOrd="0" presId="urn:microsoft.com/office/officeart/2005/8/layout/orgChart1"/>
    <dgm:cxn modelId="{E60A5D1E-5BE9-475C-8817-C2F63229475E}" type="presParOf" srcId="{31AEB17C-FDEB-4824-9A3E-C88C4093CDBE}" destId="{B0E84291-0322-434E-AC5D-A1F61E4CE8E0}" srcOrd="1" destOrd="0" presId="urn:microsoft.com/office/officeart/2005/8/layout/orgChart1"/>
    <dgm:cxn modelId="{3AB0F5AE-E29A-41C1-99A7-A085C7C799CA}" type="presParOf" srcId="{6E0DB6DB-F491-4DC0-8BC2-3405E58E066C}" destId="{7E14434F-D437-40D8-A454-11EA7E3C0C97}" srcOrd="1" destOrd="0" presId="urn:microsoft.com/office/officeart/2005/8/layout/orgChart1"/>
    <dgm:cxn modelId="{0A6DCADF-A9E9-4BBF-B913-4A75294D8BE6}" type="presParOf" srcId="{7E14434F-D437-40D8-A454-11EA7E3C0C97}" destId="{B282F4D3-7017-4ACD-9BEE-4B4526D835FD}" srcOrd="0" destOrd="0" presId="urn:microsoft.com/office/officeart/2005/8/layout/orgChart1"/>
    <dgm:cxn modelId="{1D47D486-2784-47C3-A47D-93EC64E17A85}" type="presParOf" srcId="{7E14434F-D437-40D8-A454-11EA7E3C0C97}" destId="{622AF1E2-6C32-40F7-B9E6-C63B23819D2C}" srcOrd="1" destOrd="0" presId="urn:microsoft.com/office/officeart/2005/8/layout/orgChart1"/>
    <dgm:cxn modelId="{88D6186F-2F5D-472F-B029-AAE55CEACE53}" type="presParOf" srcId="{622AF1E2-6C32-40F7-B9E6-C63B23819D2C}" destId="{4FE3930F-8F3C-4004-93CE-901870D5EDBE}" srcOrd="0" destOrd="0" presId="urn:microsoft.com/office/officeart/2005/8/layout/orgChart1"/>
    <dgm:cxn modelId="{BFC565EC-A476-45D0-AC57-FA905A786802}" type="presParOf" srcId="{4FE3930F-8F3C-4004-93CE-901870D5EDBE}" destId="{9C86F478-EAF6-4745-958E-A7AD8D1A793C}" srcOrd="0" destOrd="0" presId="urn:microsoft.com/office/officeart/2005/8/layout/orgChart1"/>
    <dgm:cxn modelId="{BA738FFC-C004-4ECE-93BD-16BD928871D5}" type="presParOf" srcId="{4FE3930F-8F3C-4004-93CE-901870D5EDBE}" destId="{813E67CF-C7EB-4433-8C71-D993F58C6CE2}" srcOrd="1" destOrd="0" presId="urn:microsoft.com/office/officeart/2005/8/layout/orgChart1"/>
    <dgm:cxn modelId="{6998A296-6952-463C-A5AD-7954008D5500}" type="presParOf" srcId="{622AF1E2-6C32-40F7-B9E6-C63B23819D2C}" destId="{5D06FA92-3824-487E-8684-B878CFA4F1FD}" srcOrd="1" destOrd="0" presId="urn:microsoft.com/office/officeart/2005/8/layout/orgChart1"/>
    <dgm:cxn modelId="{6DC9D10E-5176-4799-8C01-8DFB70C51DB2}" type="presParOf" srcId="{622AF1E2-6C32-40F7-B9E6-C63B23819D2C}" destId="{3A0AAEDB-313E-4067-A52F-5A5C3466B1C6}" srcOrd="2" destOrd="0" presId="urn:microsoft.com/office/officeart/2005/8/layout/orgChart1"/>
    <dgm:cxn modelId="{0D794C66-8EBA-42C3-9D50-4CB10741F9DB}" type="presParOf" srcId="{6E0DB6DB-F491-4DC0-8BC2-3405E58E066C}" destId="{AEAF718D-686F-401A-90DA-C4BA76F956FE}" srcOrd="2" destOrd="0" presId="urn:microsoft.com/office/officeart/2005/8/layout/orgChart1"/>
    <dgm:cxn modelId="{81C74A10-2951-45B1-B2A5-575C3E628908}" type="presParOf" srcId="{E79D94FF-54CD-41CB-B974-09E1C9D0A977}" destId="{12738CAF-1F0A-4615-8B20-A29D13A3FD85}" srcOrd="4" destOrd="0" presId="urn:microsoft.com/office/officeart/2005/8/layout/orgChart1"/>
    <dgm:cxn modelId="{CBA8543F-A466-46F7-BBF9-F6E71B0CF603}" type="presParOf" srcId="{E79D94FF-54CD-41CB-B974-09E1C9D0A977}" destId="{6036E1A2-E45B-487D-8E27-EB49CC23CA71}" srcOrd="5" destOrd="0" presId="urn:microsoft.com/office/officeart/2005/8/layout/orgChart1"/>
    <dgm:cxn modelId="{17130223-4E38-4056-92AF-D711BB07FD4F}" type="presParOf" srcId="{6036E1A2-E45B-487D-8E27-EB49CC23CA71}" destId="{ECE87B29-32C6-4DF7-874F-265C44F5BB63}" srcOrd="0" destOrd="0" presId="urn:microsoft.com/office/officeart/2005/8/layout/orgChart1"/>
    <dgm:cxn modelId="{D663803E-0842-4778-A908-5EF2B3F25BFF}" type="presParOf" srcId="{ECE87B29-32C6-4DF7-874F-265C44F5BB63}" destId="{15D752CE-6E06-499F-A700-C317D3A34D61}" srcOrd="0" destOrd="0" presId="urn:microsoft.com/office/officeart/2005/8/layout/orgChart1"/>
    <dgm:cxn modelId="{0B74D1D4-33F4-4FE8-B539-B56CC92A86DD}" type="presParOf" srcId="{ECE87B29-32C6-4DF7-874F-265C44F5BB63}" destId="{E86F6E59-1B44-4E15-BABA-977631D7947D}" srcOrd="1" destOrd="0" presId="urn:microsoft.com/office/officeart/2005/8/layout/orgChart1"/>
    <dgm:cxn modelId="{A297F764-C8A7-4401-9C96-FBA72D9FEE2C}" type="presParOf" srcId="{6036E1A2-E45B-487D-8E27-EB49CC23CA71}" destId="{DCE04961-1EE1-48B9-8946-3D30C3079A39}" srcOrd="1" destOrd="0" presId="urn:microsoft.com/office/officeart/2005/8/layout/orgChart1"/>
    <dgm:cxn modelId="{629899FC-4BA0-4533-B0D3-8DCD395A9F9C}" type="presParOf" srcId="{DCE04961-1EE1-48B9-8946-3D30C3079A39}" destId="{8A632DD0-CDED-41D3-8750-356FAB24D7CF}" srcOrd="0" destOrd="0" presId="urn:microsoft.com/office/officeart/2005/8/layout/orgChart1"/>
    <dgm:cxn modelId="{D0EA61FC-5483-4345-8DA8-C6269D75EEA9}" type="presParOf" srcId="{DCE04961-1EE1-48B9-8946-3D30C3079A39}" destId="{15A96EFB-0280-409D-934B-0081E615CA27}" srcOrd="1" destOrd="0" presId="urn:microsoft.com/office/officeart/2005/8/layout/orgChart1"/>
    <dgm:cxn modelId="{A90B3B0F-C9A7-419C-81C4-04010C049B34}" type="presParOf" srcId="{15A96EFB-0280-409D-934B-0081E615CA27}" destId="{E508B51C-CEBA-4356-B171-C77785C10A66}" srcOrd="0" destOrd="0" presId="urn:microsoft.com/office/officeart/2005/8/layout/orgChart1"/>
    <dgm:cxn modelId="{6F8B1C09-292A-43F2-90E2-58B7C2845429}" type="presParOf" srcId="{E508B51C-CEBA-4356-B171-C77785C10A66}" destId="{DD9A0A10-8F4A-4B2D-9793-4797A4DE353F}" srcOrd="0" destOrd="0" presId="urn:microsoft.com/office/officeart/2005/8/layout/orgChart1"/>
    <dgm:cxn modelId="{D0C6C802-0F87-49C4-8870-DB32F581E3E1}" type="presParOf" srcId="{E508B51C-CEBA-4356-B171-C77785C10A66}" destId="{B6D3C25C-C66F-4959-9B33-A8940CB394DB}" srcOrd="1" destOrd="0" presId="urn:microsoft.com/office/officeart/2005/8/layout/orgChart1"/>
    <dgm:cxn modelId="{2D50A7B9-2276-4531-94C6-E02923ECDD56}" type="presParOf" srcId="{15A96EFB-0280-409D-934B-0081E615CA27}" destId="{DC5CE951-E07F-4F1F-8B37-C61D08D1B3E6}" srcOrd="1" destOrd="0" presId="urn:microsoft.com/office/officeart/2005/8/layout/orgChart1"/>
    <dgm:cxn modelId="{62B9AF4C-618E-471B-9DBA-9BEF1605D47C}" type="presParOf" srcId="{15A96EFB-0280-409D-934B-0081E615CA27}" destId="{3098BDF7-CCC6-47B8-88A8-2F621B93B9B5}" srcOrd="2" destOrd="0" presId="urn:microsoft.com/office/officeart/2005/8/layout/orgChart1"/>
    <dgm:cxn modelId="{EAC5252B-0FE8-469F-B24F-D40888D67928}" type="presParOf" srcId="{DCE04961-1EE1-48B9-8946-3D30C3079A39}" destId="{A52D41FA-9143-4E0D-A3B5-80AAE95A2831}" srcOrd="2" destOrd="0" presId="urn:microsoft.com/office/officeart/2005/8/layout/orgChart1"/>
    <dgm:cxn modelId="{0BEA9DA9-F462-45B0-A863-38DDE03E241E}" type="presParOf" srcId="{DCE04961-1EE1-48B9-8946-3D30C3079A39}" destId="{6F8B73E8-F433-4BCC-9867-142036D3DDC2}" srcOrd="3" destOrd="0" presId="urn:microsoft.com/office/officeart/2005/8/layout/orgChart1"/>
    <dgm:cxn modelId="{5713EB17-98CB-4CCB-A209-B2BBFF17BCD6}" type="presParOf" srcId="{6F8B73E8-F433-4BCC-9867-142036D3DDC2}" destId="{29A46C10-6818-4A90-B6BB-F55C7AFBDC64}" srcOrd="0" destOrd="0" presId="urn:microsoft.com/office/officeart/2005/8/layout/orgChart1"/>
    <dgm:cxn modelId="{47D8FC00-207A-4CB8-9CA1-76FD2DB3B0C1}" type="presParOf" srcId="{29A46C10-6818-4A90-B6BB-F55C7AFBDC64}" destId="{D75CAD97-EDA4-4BDB-96DE-4E2E63F010C5}" srcOrd="0" destOrd="0" presId="urn:microsoft.com/office/officeart/2005/8/layout/orgChart1"/>
    <dgm:cxn modelId="{E1804647-8552-4CB5-BCC1-4E0D8E231079}" type="presParOf" srcId="{29A46C10-6818-4A90-B6BB-F55C7AFBDC64}" destId="{C3C6DB32-DDF1-442A-830E-91002D98E400}" srcOrd="1" destOrd="0" presId="urn:microsoft.com/office/officeart/2005/8/layout/orgChart1"/>
    <dgm:cxn modelId="{1FC050AA-FBC8-4F9C-A31F-FD3C3D04508F}" type="presParOf" srcId="{6F8B73E8-F433-4BCC-9867-142036D3DDC2}" destId="{A48C14C1-10F9-4584-A75E-0AF032200798}" srcOrd="1" destOrd="0" presId="urn:microsoft.com/office/officeart/2005/8/layout/orgChart1"/>
    <dgm:cxn modelId="{44432C54-EA8E-47FE-A0C1-619E36978893}" type="presParOf" srcId="{6F8B73E8-F433-4BCC-9867-142036D3DDC2}" destId="{AB4F68F1-0915-4B37-BE0D-F819850837BC}" srcOrd="2" destOrd="0" presId="urn:microsoft.com/office/officeart/2005/8/layout/orgChart1"/>
    <dgm:cxn modelId="{1291425D-17BC-4AF9-8B1D-290938E801DF}" type="presParOf" srcId="{DCE04961-1EE1-48B9-8946-3D30C3079A39}" destId="{30E6AEED-C2C5-4FDF-8E3B-1ED9930F7A50}" srcOrd="4" destOrd="0" presId="urn:microsoft.com/office/officeart/2005/8/layout/orgChart1"/>
    <dgm:cxn modelId="{0C2DD3C4-1BC9-4215-B576-26FE4B956795}" type="presParOf" srcId="{DCE04961-1EE1-48B9-8946-3D30C3079A39}" destId="{00DFEC77-E939-49BB-94BA-BC54ACE4DF3C}" srcOrd="5" destOrd="0" presId="urn:microsoft.com/office/officeart/2005/8/layout/orgChart1"/>
    <dgm:cxn modelId="{00B65B44-D5A0-4B42-BFEE-7D4F420E4E9F}" type="presParOf" srcId="{00DFEC77-E939-49BB-94BA-BC54ACE4DF3C}" destId="{06EDE889-80AC-4C4C-BE15-51B4EC4E6C98}" srcOrd="0" destOrd="0" presId="urn:microsoft.com/office/officeart/2005/8/layout/orgChart1"/>
    <dgm:cxn modelId="{6541E070-2DDC-4245-83F1-453C5B17E088}" type="presParOf" srcId="{06EDE889-80AC-4C4C-BE15-51B4EC4E6C98}" destId="{F2212196-1BAF-488C-9207-4761F9597C87}" srcOrd="0" destOrd="0" presId="urn:microsoft.com/office/officeart/2005/8/layout/orgChart1"/>
    <dgm:cxn modelId="{60042DB1-987E-4EE9-B078-366B55E79F4A}" type="presParOf" srcId="{06EDE889-80AC-4C4C-BE15-51B4EC4E6C98}" destId="{1ED2FC36-3221-4EF6-BFA9-7599DA2D51C1}" srcOrd="1" destOrd="0" presId="urn:microsoft.com/office/officeart/2005/8/layout/orgChart1"/>
    <dgm:cxn modelId="{AF330E88-150D-4BC9-B61E-ADE3B7D630F4}" type="presParOf" srcId="{00DFEC77-E939-49BB-94BA-BC54ACE4DF3C}" destId="{DFC7EF5E-C734-479F-A734-B7D896745C59}" srcOrd="1" destOrd="0" presId="urn:microsoft.com/office/officeart/2005/8/layout/orgChart1"/>
    <dgm:cxn modelId="{41A341E1-775A-4CF1-9DC5-31FE45EE22D1}" type="presParOf" srcId="{00DFEC77-E939-49BB-94BA-BC54ACE4DF3C}" destId="{89086F9E-0316-4063-90D3-74BBB8955118}" srcOrd="2" destOrd="0" presId="urn:microsoft.com/office/officeart/2005/8/layout/orgChart1"/>
    <dgm:cxn modelId="{FCDEA801-2FB9-4D48-B7F1-B65FAB549118}" type="presParOf" srcId="{DCE04961-1EE1-48B9-8946-3D30C3079A39}" destId="{04F15291-AFA4-42C9-A809-E0ECEADDBBDC}" srcOrd="6" destOrd="0" presId="urn:microsoft.com/office/officeart/2005/8/layout/orgChart1"/>
    <dgm:cxn modelId="{7E0AA59E-D32B-467D-A690-2C6CF6ED8372}" type="presParOf" srcId="{DCE04961-1EE1-48B9-8946-3D30C3079A39}" destId="{C620FA70-78E0-4FE0-A09C-33A344A862B2}" srcOrd="7" destOrd="0" presId="urn:microsoft.com/office/officeart/2005/8/layout/orgChart1"/>
    <dgm:cxn modelId="{846FE1DB-6CBD-471D-BBDE-5D7B4FB7D47A}" type="presParOf" srcId="{C620FA70-78E0-4FE0-A09C-33A344A862B2}" destId="{51AC0A8C-948B-4141-B0BA-01DC1C2B3327}" srcOrd="0" destOrd="0" presId="urn:microsoft.com/office/officeart/2005/8/layout/orgChart1"/>
    <dgm:cxn modelId="{FC3A46DB-4833-4623-AA68-705B5ABD6040}" type="presParOf" srcId="{51AC0A8C-948B-4141-B0BA-01DC1C2B3327}" destId="{55AA8406-4D55-4E98-9726-F362CFDA74FE}" srcOrd="0" destOrd="0" presId="urn:microsoft.com/office/officeart/2005/8/layout/orgChart1"/>
    <dgm:cxn modelId="{125DAFF5-6549-4DF3-BB56-3F6E1B4DC0CF}" type="presParOf" srcId="{51AC0A8C-948B-4141-B0BA-01DC1C2B3327}" destId="{960AF984-A4FF-4AA6-A85D-151CD6CF0183}" srcOrd="1" destOrd="0" presId="urn:microsoft.com/office/officeart/2005/8/layout/orgChart1"/>
    <dgm:cxn modelId="{15745588-4CC2-4FC5-BA71-24F3DB7682D4}" type="presParOf" srcId="{C620FA70-78E0-4FE0-A09C-33A344A862B2}" destId="{1C321BB1-D738-4135-8309-9B6B458E7367}" srcOrd="1" destOrd="0" presId="urn:microsoft.com/office/officeart/2005/8/layout/orgChart1"/>
    <dgm:cxn modelId="{F6D2B0F3-A7BB-4948-AFF8-AF83F9A7862C}" type="presParOf" srcId="{C620FA70-78E0-4FE0-A09C-33A344A862B2}" destId="{74B0D237-931E-4A0A-8284-21FDA84FFAB5}" srcOrd="2" destOrd="0" presId="urn:microsoft.com/office/officeart/2005/8/layout/orgChart1"/>
    <dgm:cxn modelId="{7C36D86D-5D32-4473-917D-EAAEC0F59C07}" type="presParOf" srcId="{DCE04961-1EE1-48B9-8946-3D30C3079A39}" destId="{F6606A97-50EA-4309-9FF2-62FA0AB5E554}" srcOrd="8" destOrd="0" presId="urn:microsoft.com/office/officeart/2005/8/layout/orgChart1"/>
    <dgm:cxn modelId="{3D23C16C-76FD-4CB2-A737-88C19CF9EED0}" type="presParOf" srcId="{DCE04961-1EE1-48B9-8946-3D30C3079A39}" destId="{647FA823-20E4-4EF3-A71A-B69329AE4B3E}" srcOrd="9" destOrd="0" presId="urn:microsoft.com/office/officeart/2005/8/layout/orgChart1"/>
    <dgm:cxn modelId="{3625EF24-7360-4435-B4F4-4AC69676615C}" type="presParOf" srcId="{647FA823-20E4-4EF3-A71A-B69329AE4B3E}" destId="{CE1576BE-8F7B-4E27-84E7-35051E325672}" srcOrd="0" destOrd="0" presId="urn:microsoft.com/office/officeart/2005/8/layout/orgChart1"/>
    <dgm:cxn modelId="{93465271-E75B-4B2D-8ED0-03C83808475B}" type="presParOf" srcId="{CE1576BE-8F7B-4E27-84E7-35051E325672}" destId="{FD61A965-C95E-4DDB-83DC-0C0FA2BF1963}" srcOrd="0" destOrd="0" presId="urn:microsoft.com/office/officeart/2005/8/layout/orgChart1"/>
    <dgm:cxn modelId="{8AFA6A25-33B8-4ADE-A998-2986AE928695}" type="presParOf" srcId="{CE1576BE-8F7B-4E27-84E7-35051E325672}" destId="{C8816BE7-BD26-48CF-B455-ED8AB7C5225E}" srcOrd="1" destOrd="0" presId="urn:microsoft.com/office/officeart/2005/8/layout/orgChart1"/>
    <dgm:cxn modelId="{D6E37892-CF62-4129-B2A0-397075438B76}" type="presParOf" srcId="{647FA823-20E4-4EF3-A71A-B69329AE4B3E}" destId="{9CE2C25C-28C6-4461-8176-A5FC0D451817}" srcOrd="1" destOrd="0" presId="urn:microsoft.com/office/officeart/2005/8/layout/orgChart1"/>
    <dgm:cxn modelId="{37D0B3A7-1E56-42A7-8781-4B4CFA34876C}" type="presParOf" srcId="{647FA823-20E4-4EF3-A71A-B69329AE4B3E}" destId="{6F6FD48A-B018-483F-B767-B35610F719B0}" srcOrd="2" destOrd="0" presId="urn:microsoft.com/office/officeart/2005/8/layout/orgChart1"/>
    <dgm:cxn modelId="{032330D4-C7FD-4E93-B6D8-FDA2688DDFD8}" type="presParOf" srcId="{DCE04961-1EE1-48B9-8946-3D30C3079A39}" destId="{E7F19799-3A41-4B8A-99EC-945BA85F8C30}" srcOrd="10" destOrd="0" presId="urn:microsoft.com/office/officeart/2005/8/layout/orgChart1"/>
    <dgm:cxn modelId="{E5184D2E-E82D-4F60-A2E8-3F315627A00B}" type="presParOf" srcId="{DCE04961-1EE1-48B9-8946-3D30C3079A39}" destId="{B6BC7482-4756-423C-9DDF-E889A37E548B}" srcOrd="11" destOrd="0" presId="urn:microsoft.com/office/officeart/2005/8/layout/orgChart1"/>
    <dgm:cxn modelId="{E237DA48-5CEA-4876-8519-8EE2082A429D}" type="presParOf" srcId="{B6BC7482-4756-423C-9DDF-E889A37E548B}" destId="{883FC335-4599-4291-A56B-1016CE87642D}" srcOrd="0" destOrd="0" presId="urn:microsoft.com/office/officeart/2005/8/layout/orgChart1"/>
    <dgm:cxn modelId="{3A89B642-B8B4-4145-BCB4-D0B864341109}" type="presParOf" srcId="{883FC335-4599-4291-A56B-1016CE87642D}" destId="{FB04B6DD-76F9-4557-B7E6-8C6832FA14B9}" srcOrd="0" destOrd="0" presId="urn:microsoft.com/office/officeart/2005/8/layout/orgChart1"/>
    <dgm:cxn modelId="{80471389-7113-469D-8DD7-8E062884580E}" type="presParOf" srcId="{883FC335-4599-4291-A56B-1016CE87642D}" destId="{0BEF0E57-61D7-4A4A-B9D9-66BD5B4D88D4}" srcOrd="1" destOrd="0" presId="urn:microsoft.com/office/officeart/2005/8/layout/orgChart1"/>
    <dgm:cxn modelId="{E1ED4E75-EB73-487F-8086-B97D1F684BA6}" type="presParOf" srcId="{B6BC7482-4756-423C-9DDF-E889A37E548B}" destId="{4893A363-B1AE-42FD-9CF5-7689903CD988}" srcOrd="1" destOrd="0" presId="urn:microsoft.com/office/officeart/2005/8/layout/orgChart1"/>
    <dgm:cxn modelId="{A08972E8-A4C3-4977-AB50-F61AC16E5D90}" type="presParOf" srcId="{B6BC7482-4756-423C-9DDF-E889A37E548B}" destId="{BE7EBB0D-290F-4409-8E3E-504907B3DB29}" srcOrd="2" destOrd="0" presId="urn:microsoft.com/office/officeart/2005/8/layout/orgChart1"/>
    <dgm:cxn modelId="{00685D6C-805F-4F54-B53F-0F4CD25C1494}" type="presParOf" srcId="{6036E1A2-E45B-487D-8E27-EB49CC23CA71}" destId="{6C0CBA67-68C3-45C3-9C5F-8EA31C04FA7F}" srcOrd="2" destOrd="0" presId="urn:microsoft.com/office/officeart/2005/8/layout/orgChart1"/>
    <dgm:cxn modelId="{54871896-95B2-4F07-B689-EE8D7E012CC8}" type="presParOf" srcId="{CB6FC5CF-F418-462D-894E-4E54FF3E3CCE}" destId="{860CFD0F-72FE-4455-8908-E4C9B06B9D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64142E-BC4E-4D5E-A06D-15A8F8975D23}" type="doc">
      <dgm:prSet loTypeId="urn:microsoft.com/office/officeart/2005/8/layout/orgChart1" loCatId="hierarchy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31D4698-92BD-42ED-8B6C-0F9676ACCB3F}">
      <dgm:prSet/>
      <dgm:spPr/>
      <dgm:t>
        <a:bodyPr/>
        <a:lstStyle/>
        <a:p>
          <a:r>
            <a:rPr lang="en-US" b="1" dirty="0">
              <a:latin typeface="Arial Black" panose="020B0A04020102020204" pitchFamily="34" charset="0"/>
            </a:rPr>
            <a:t>Our Impact in the Community </a:t>
          </a:r>
        </a:p>
      </dgm:t>
    </dgm:pt>
    <dgm:pt modelId="{C650537B-C3FD-46C4-B75A-35CC4C8ECC92}" type="parTrans" cxnId="{9208431F-1B8F-4121-8F74-34827C8DF086}">
      <dgm:prSet/>
      <dgm:spPr/>
      <dgm:t>
        <a:bodyPr/>
        <a:lstStyle/>
        <a:p>
          <a:endParaRPr lang="en-US"/>
        </a:p>
      </dgm:t>
    </dgm:pt>
    <dgm:pt modelId="{64C5F1FE-56E5-41EA-84D1-16F1BDD442A6}" type="sibTrans" cxnId="{9208431F-1B8F-4121-8F74-34827C8DF086}">
      <dgm:prSet/>
      <dgm:spPr/>
      <dgm:t>
        <a:bodyPr/>
        <a:lstStyle/>
        <a:p>
          <a:endParaRPr lang="en-US"/>
        </a:p>
      </dgm:t>
    </dgm:pt>
    <dgm:pt modelId="{1E304470-553A-4BBB-89A6-AFCCD3523518}">
      <dgm:prSet/>
      <dgm:spPr/>
      <dgm:t>
        <a:bodyPr/>
        <a:lstStyle/>
        <a:p>
          <a:r>
            <a:rPr lang="en-US"/>
            <a:t>Increasing Access to Education</a:t>
          </a:r>
        </a:p>
      </dgm:t>
    </dgm:pt>
    <dgm:pt modelId="{EF2B53B8-582E-4E19-82D2-4B454DAFB60F}" type="parTrans" cxnId="{C74CF5FE-11B2-4DC9-A367-FA32B127CEDC}">
      <dgm:prSet/>
      <dgm:spPr/>
      <dgm:t>
        <a:bodyPr/>
        <a:lstStyle/>
        <a:p>
          <a:endParaRPr lang="en-US"/>
        </a:p>
      </dgm:t>
    </dgm:pt>
    <dgm:pt modelId="{B7F5616D-4670-4E4E-9817-57E18B4B6F56}" type="sibTrans" cxnId="{C74CF5FE-11B2-4DC9-A367-FA32B127CEDC}">
      <dgm:prSet/>
      <dgm:spPr/>
      <dgm:t>
        <a:bodyPr/>
        <a:lstStyle/>
        <a:p>
          <a:endParaRPr lang="en-US"/>
        </a:p>
      </dgm:t>
    </dgm:pt>
    <dgm:pt modelId="{AA48A4C2-1874-4198-8091-E10C27BE03C1}">
      <dgm:prSet/>
      <dgm:spPr/>
      <dgm:t>
        <a:bodyPr/>
        <a:lstStyle/>
        <a:p>
          <a:r>
            <a:rPr lang="en-US"/>
            <a:t>Empowering Young Entrepreneurs</a:t>
          </a:r>
        </a:p>
      </dgm:t>
    </dgm:pt>
    <dgm:pt modelId="{9A4FCC16-A9CC-44A1-B687-46F08A82DEC2}" type="parTrans" cxnId="{03E79A44-C96E-440B-82C5-D898CB2F5E68}">
      <dgm:prSet/>
      <dgm:spPr/>
      <dgm:t>
        <a:bodyPr/>
        <a:lstStyle/>
        <a:p>
          <a:endParaRPr lang="en-US"/>
        </a:p>
      </dgm:t>
    </dgm:pt>
    <dgm:pt modelId="{5B0C4675-A86F-4C5C-92D0-CAA2A47E46A6}" type="sibTrans" cxnId="{03E79A44-C96E-440B-82C5-D898CB2F5E68}">
      <dgm:prSet/>
      <dgm:spPr/>
      <dgm:t>
        <a:bodyPr/>
        <a:lstStyle/>
        <a:p>
          <a:endParaRPr lang="en-US"/>
        </a:p>
      </dgm:t>
    </dgm:pt>
    <dgm:pt modelId="{606EF682-AA24-4DD6-B21A-BD44113A2192}">
      <dgm:prSet/>
      <dgm:spPr/>
      <dgm:t>
        <a:bodyPr/>
        <a:lstStyle/>
        <a:p>
          <a:r>
            <a:rPr lang="en-US"/>
            <a:t>Improving Health &amp; Well-being</a:t>
          </a:r>
        </a:p>
      </dgm:t>
    </dgm:pt>
    <dgm:pt modelId="{091A8EA7-96FF-4EA8-B136-5F2B0421CBC3}" type="parTrans" cxnId="{46B3844A-74E3-4663-B7AD-2333D9F64CAF}">
      <dgm:prSet/>
      <dgm:spPr/>
      <dgm:t>
        <a:bodyPr/>
        <a:lstStyle/>
        <a:p>
          <a:endParaRPr lang="en-US"/>
        </a:p>
      </dgm:t>
    </dgm:pt>
    <dgm:pt modelId="{96DC9899-165B-46FA-A9E6-8C5E71481DC3}" type="sibTrans" cxnId="{46B3844A-74E3-4663-B7AD-2333D9F64CAF}">
      <dgm:prSet/>
      <dgm:spPr/>
      <dgm:t>
        <a:bodyPr/>
        <a:lstStyle/>
        <a:p>
          <a:endParaRPr lang="en-US"/>
        </a:p>
      </dgm:t>
    </dgm:pt>
    <dgm:pt modelId="{8BBD1D5E-31CD-43D5-B05D-1FF55AFD96CA}">
      <dgm:prSet/>
      <dgm:spPr/>
      <dgm:t>
        <a:bodyPr/>
        <a:lstStyle/>
        <a:p>
          <a:r>
            <a:rPr lang="en-US"/>
            <a:t>Promoting Civic Engagement</a:t>
          </a:r>
        </a:p>
      </dgm:t>
    </dgm:pt>
    <dgm:pt modelId="{9CCF4CA9-35D5-49B3-A7E1-5EE314EDC746}" type="parTrans" cxnId="{9BA77663-E6BC-4B29-9982-79C98F9A263D}">
      <dgm:prSet/>
      <dgm:spPr/>
      <dgm:t>
        <a:bodyPr/>
        <a:lstStyle/>
        <a:p>
          <a:endParaRPr lang="en-US"/>
        </a:p>
      </dgm:t>
    </dgm:pt>
    <dgm:pt modelId="{B4109F3D-14CC-4310-AF73-1AB1A2E3E447}" type="sibTrans" cxnId="{9BA77663-E6BC-4B29-9982-79C98F9A263D}">
      <dgm:prSet/>
      <dgm:spPr/>
      <dgm:t>
        <a:bodyPr/>
        <a:lstStyle/>
        <a:p>
          <a:endParaRPr lang="en-US"/>
        </a:p>
      </dgm:t>
    </dgm:pt>
    <dgm:pt modelId="{AE741AC5-3A5E-46D6-B6A1-882788F86A5B}">
      <dgm:prSet/>
      <dgm:spPr/>
      <dgm:t>
        <a:bodyPr/>
        <a:lstStyle/>
        <a:p>
          <a:r>
            <a:rPr lang="en-US"/>
            <a:t>Fostering Environmental Responsibility</a:t>
          </a:r>
        </a:p>
      </dgm:t>
    </dgm:pt>
    <dgm:pt modelId="{FBA6D884-3F26-4D17-AB24-6B85271604EA}" type="parTrans" cxnId="{D4E26D12-B64C-4BEF-87A4-C770E01E958E}">
      <dgm:prSet/>
      <dgm:spPr/>
      <dgm:t>
        <a:bodyPr/>
        <a:lstStyle/>
        <a:p>
          <a:endParaRPr lang="en-US"/>
        </a:p>
      </dgm:t>
    </dgm:pt>
    <dgm:pt modelId="{72E59DCD-8520-4EA6-A840-184A1707BFC2}" type="sibTrans" cxnId="{D4E26D12-B64C-4BEF-87A4-C770E01E958E}">
      <dgm:prSet/>
      <dgm:spPr/>
      <dgm:t>
        <a:bodyPr/>
        <a:lstStyle/>
        <a:p>
          <a:endParaRPr lang="en-US"/>
        </a:p>
      </dgm:t>
    </dgm:pt>
    <dgm:pt modelId="{3171F368-034A-495D-82A3-CD5519AF0D26}" type="pres">
      <dgm:prSet presAssocID="{9B64142E-BC4E-4D5E-A06D-15A8F8975D2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880F088-131D-47B9-8380-D277D05D39D8}" type="pres">
      <dgm:prSet presAssocID="{D31D4698-92BD-42ED-8B6C-0F9676ACCB3F}" presName="hierRoot1" presStyleCnt="0">
        <dgm:presLayoutVars>
          <dgm:hierBranch val="init"/>
        </dgm:presLayoutVars>
      </dgm:prSet>
      <dgm:spPr/>
    </dgm:pt>
    <dgm:pt modelId="{D9A63BBE-0D9D-41D5-AD96-63A40D9ABE73}" type="pres">
      <dgm:prSet presAssocID="{D31D4698-92BD-42ED-8B6C-0F9676ACCB3F}" presName="rootComposite1" presStyleCnt="0"/>
      <dgm:spPr/>
    </dgm:pt>
    <dgm:pt modelId="{CAE66A26-22C1-4BB7-9A0C-8D632CD39CC6}" type="pres">
      <dgm:prSet presAssocID="{D31D4698-92BD-42ED-8B6C-0F9676ACCB3F}" presName="rootText1" presStyleLbl="node0" presStyleIdx="0" presStyleCnt="1" custScaleX="194772">
        <dgm:presLayoutVars>
          <dgm:chPref val="3"/>
        </dgm:presLayoutVars>
      </dgm:prSet>
      <dgm:spPr/>
    </dgm:pt>
    <dgm:pt modelId="{33869524-AA9E-4FF4-9CF6-A346C8B20B09}" type="pres">
      <dgm:prSet presAssocID="{D31D4698-92BD-42ED-8B6C-0F9676ACCB3F}" presName="rootConnector1" presStyleLbl="node1" presStyleIdx="0" presStyleCnt="0"/>
      <dgm:spPr/>
    </dgm:pt>
    <dgm:pt modelId="{7175F29F-6B04-410B-A1B1-402F7F33879C}" type="pres">
      <dgm:prSet presAssocID="{D31D4698-92BD-42ED-8B6C-0F9676ACCB3F}" presName="hierChild2" presStyleCnt="0"/>
      <dgm:spPr/>
    </dgm:pt>
    <dgm:pt modelId="{F45F76A5-0491-4222-9A83-19AB9F039FDF}" type="pres">
      <dgm:prSet presAssocID="{EF2B53B8-582E-4E19-82D2-4B454DAFB60F}" presName="Name37" presStyleLbl="parChTrans1D2" presStyleIdx="0" presStyleCnt="5"/>
      <dgm:spPr/>
    </dgm:pt>
    <dgm:pt modelId="{6948F76E-AD82-46C0-959F-2F124A389EA7}" type="pres">
      <dgm:prSet presAssocID="{1E304470-553A-4BBB-89A6-AFCCD3523518}" presName="hierRoot2" presStyleCnt="0">
        <dgm:presLayoutVars>
          <dgm:hierBranch val="init"/>
        </dgm:presLayoutVars>
      </dgm:prSet>
      <dgm:spPr/>
    </dgm:pt>
    <dgm:pt modelId="{E9A896AF-1980-4B39-89DB-3D9A9AB87496}" type="pres">
      <dgm:prSet presAssocID="{1E304470-553A-4BBB-89A6-AFCCD3523518}" presName="rootComposite" presStyleCnt="0"/>
      <dgm:spPr/>
    </dgm:pt>
    <dgm:pt modelId="{B2DD9711-F122-4E2C-ADF0-189A5DC14378}" type="pres">
      <dgm:prSet presAssocID="{1E304470-553A-4BBB-89A6-AFCCD3523518}" presName="rootText" presStyleLbl="node2" presStyleIdx="0" presStyleCnt="5">
        <dgm:presLayoutVars>
          <dgm:chPref val="3"/>
        </dgm:presLayoutVars>
      </dgm:prSet>
      <dgm:spPr/>
    </dgm:pt>
    <dgm:pt modelId="{1C359DDF-A6B0-40BA-8A2D-D37F18835E6D}" type="pres">
      <dgm:prSet presAssocID="{1E304470-553A-4BBB-89A6-AFCCD3523518}" presName="rootConnector" presStyleLbl="node2" presStyleIdx="0" presStyleCnt="5"/>
      <dgm:spPr/>
    </dgm:pt>
    <dgm:pt modelId="{7D76BB40-2E27-4029-965F-B68A35766B8C}" type="pres">
      <dgm:prSet presAssocID="{1E304470-553A-4BBB-89A6-AFCCD3523518}" presName="hierChild4" presStyleCnt="0"/>
      <dgm:spPr/>
    </dgm:pt>
    <dgm:pt modelId="{BE1B8BB1-0829-4169-BF87-97AA0DD98012}" type="pres">
      <dgm:prSet presAssocID="{1E304470-553A-4BBB-89A6-AFCCD3523518}" presName="hierChild5" presStyleCnt="0"/>
      <dgm:spPr/>
    </dgm:pt>
    <dgm:pt modelId="{FD04956A-5895-4623-8FC5-AD3460B9D1CB}" type="pres">
      <dgm:prSet presAssocID="{9A4FCC16-A9CC-44A1-B687-46F08A82DEC2}" presName="Name37" presStyleLbl="parChTrans1D2" presStyleIdx="1" presStyleCnt="5"/>
      <dgm:spPr/>
    </dgm:pt>
    <dgm:pt modelId="{BAF9AC5E-DA33-4C7D-909C-B3120035292A}" type="pres">
      <dgm:prSet presAssocID="{AA48A4C2-1874-4198-8091-E10C27BE03C1}" presName="hierRoot2" presStyleCnt="0">
        <dgm:presLayoutVars>
          <dgm:hierBranch val="init"/>
        </dgm:presLayoutVars>
      </dgm:prSet>
      <dgm:spPr/>
    </dgm:pt>
    <dgm:pt modelId="{C9243EA9-28CB-459E-A3B2-08F9F7DE095E}" type="pres">
      <dgm:prSet presAssocID="{AA48A4C2-1874-4198-8091-E10C27BE03C1}" presName="rootComposite" presStyleCnt="0"/>
      <dgm:spPr/>
    </dgm:pt>
    <dgm:pt modelId="{382ED092-D600-4F4C-970C-A5BC394AB9E0}" type="pres">
      <dgm:prSet presAssocID="{AA48A4C2-1874-4198-8091-E10C27BE03C1}" presName="rootText" presStyleLbl="node2" presStyleIdx="1" presStyleCnt="5">
        <dgm:presLayoutVars>
          <dgm:chPref val="3"/>
        </dgm:presLayoutVars>
      </dgm:prSet>
      <dgm:spPr/>
    </dgm:pt>
    <dgm:pt modelId="{F8BB9330-68E6-4FCC-99F4-C488349F2ABF}" type="pres">
      <dgm:prSet presAssocID="{AA48A4C2-1874-4198-8091-E10C27BE03C1}" presName="rootConnector" presStyleLbl="node2" presStyleIdx="1" presStyleCnt="5"/>
      <dgm:spPr/>
    </dgm:pt>
    <dgm:pt modelId="{FCF77292-EFF8-402C-A9F7-2CFFCD6C5195}" type="pres">
      <dgm:prSet presAssocID="{AA48A4C2-1874-4198-8091-E10C27BE03C1}" presName="hierChild4" presStyleCnt="0"/>
      <dgm:spPr/>
    </dgm:pt>
    <dgm:pt modelId="{B233BE20-CB08-4F5B-B635-14B1FE041A75}" type="pres">
      <dgm:prSet presAssocID="{AA48A4C2-1874-4198-8091-E10C27BE03C1}" presName="hierChild5" presStyleCnt="0"/>
      <dgm:spPr/>
    </dgm:pt>
    <dgm:pt modelId="{61AEE928-0CA3-4E51-B6E5-4BDA20CD835A}" type="pres">
      <dgm:prSet presAssocID="{091A8EA7-96FF-4EA8-B136-5F2B0421CBC3}" presName="Name37" presStyleLbl="parChTrans1D2" presStyleIdx="2" presStyleCnt="5"/>
      <dgm:spPr/>
    </dgm:pt>
    <dgm:pt modelId="{C2EA7DC6-2155-4451-BACA-3F314BCF338D}" type="pres">
      <dgm:prSet presAssocID="{606EF682-AA24-4DD6-B21A-BD44113A2192}" presName="hierRoot2" presStyleCnt="0">
        <dgm:presLayoutVars>
          <dgm:hierBranch val="init"/>
        </dgm:presLayoutVars>
      </dgm:prSet>
      <dgm:spPr/>
    </dgm:pt>
    <dgm:pt modelId="{D37F4810-DF1B-4E84-960F-54626C6C55D3}" type="pres">
      <dgm:prSet presAssocID="{606EF682-AA24-4DD6-B21A-BD44113A2192}" presName="rootComposite" presStyleCnt="0"/>
      <dgm:spPr/>
    </dgm:pt>
    <dgm:pt modelId="{21D3022E-556D-4B9C-A85A-21A5AA3ECD4B}" type="pres">
      <dgm:prSet presAssocID="{606EF682-AA24-4DD6-B21A-BD44113A2192}" presName="rootText" presStyleLbl="node2" presStyleIdx="2" presStyleCnt="5">
        <dgm:presLayoutVars>
          <dgm:chPref val="3"/>
        </dgm:presLayoutVars>
      </dgm:prSet>
      <dgm:spPr/>
    </dgm:pt>
    <dgm:pt modelId="{69389EF3-36FA-47C4-86E3-B080D30A5553}" type="pres">
      <dgm:prSet presAssocID="{606EF682-AA24-4DD6-B21A-BD44113A2192}" presName="rootConnector" presStyleLbl="node2" presStyleIdx="2" presStyleCnt="5"/>
      <dgm:spPr/>
    </dgm:pt>
    <dgm:pt modelId="{FCC4FB7F-A6A3-44C0-BB33-464C02036688}" type="pres">
      <dgm:prSet presAssocID="{606EF682-AA24-4DD6-B21A-BD44113A2192}" presName="hierChild4" presStyleCnt="0"/>
      <dgm:spPr/>
    </dgm:pt>
    <dgm:pt modelId="{96825217-7101-4DB4-A3AF-1A141E2A6381}" type="pres">
      <dgm:prSet presAssocID="{606EF682-AA24-4DD6-B21A-BD44113A2192}" presName="hierChild5" presStyleCnt="0"/>
      <dgm:spPr/>
    </dgm:pt>
    <dgm:pt modelId="{A908F0BB-65B4-4D7A-9B37-7AEB654D4015}" type="pres">
      <dgm:prSet presAssocID="{9CCF4CA9-35D5-49B3-A7E1-5EE314EDC746}" presName="Name37" presStyleLbl="parChTrans1D2" presStyleIdx="3" presStyleCnt="5"/>
      <dgm:spPr/>
    </dgm:pt>
    <dgm:pt modelId="{3B473CB7-FC47-4A68-B6A2-37B6450D1FC6}" type="pres">
      <dgm:prSet presAssocID="{8BBD1D5E-31CD-43D5-B05D-1FF55AFD96CA}" presName="hierRoot2" presStyleCnt="0">
        <dgm:presLayoutVars>
          <dgm:hierBranch val="init"/>
        </dgm:presLayoutVars>
      </dgm:prSet>
      <dgm:spPr/>
    </dgm:pt>
    <dgm:pt modelId="{063CC1C0-D779-4432-BD1B-1DD9DF59BC5F}" type="pres">
      <dgm:prSet presAssocID="{8BBD1D5E-31CD-43D5-B05D-1FF55AFD96CA}" presName="rootComposite" presStyleCnt="0"/>
      <dgm:spPr/>
    </dgm:pt>
    <dgm:pt modelId="{D60F4AB3-455F-4747-A1A5-0C1867188C43}" type="pres">
      <dgm:prSet presAssocID="{8BBD1D5E-31CD-43D5-B05D-1FF55AFD96CA}" presName="rootText" presStyleLbl="node2" presStyleIdx="3" presStyleCnt="5">
        <dgm:presLayoutVars>
          <dgm:chPref val="3"/>
        </dgm:presLayoutVars>
      </dgm:prSet>
      <dgm:spPr/>
    </dgm:pt>
    <dgm:pt modelId="{8FAEAA80-16E0-4B98-9DFA-1827D1FBF788}" type="pres">
      <dgm:prSet presAssocID="{8BBD1D5E-31CD-43D5-B05D-1FF55AFD96CA}" presName="rootConnector" presStyleLbl="node2" presStyleIdx="3" presStyleCnt="5"/>
      <dgm:spPr/>
    </dgm:pt>
    <dgm:pt modelId="{59707B9F-CB45-4D99-A188-155A2B35DF3A}" type="pres">
      <dgm:prSet presAssocID="{8BBD1D5E-31CD-43D5-B05D-1FF55AFD96CA}" presName="hierChild4" presStyleCnt="0"/>
      <dgm:spPr/>
    </dgm:pt>
    <dgm:pt modelId="{B88E4C08-9986-4576-A48A-E911C7D9620B}" type="pres">
      <dgm:prSet presAssocID="{8BBD1D5E-31CD-43D5-B05D-1FF55AFD96CA}" presName="hierChild5" presStyleCnt="0"/>
      <dgm:spPr/>
    </dgm:pt>
    <dgm:pt modelId="{5CBA8A39-49F4-49AC-97FC-7602644751F8}" type="pres">
      <dgm:prSet presAssocID="{FBA6D884-3F26-4D17-AB24-6B85271604EA}" presName="Name37" presStyleLbl="parChTrans1D2" presStyleIdx="4" presStyleCnt="5"/>
      <dgm:spPr/>
    </dgm:pt>
    <dgm:pt modelId="{6F9C0BC8-6BF4-4E87-AC25-7D367C397F35}" type="pres">
      <dgm:prSet presAssocID="{AE741AC5-3A5E-46D6-B6A1-882788F86A5B}" presName="hierRoot2" presStyleCnt="0">
        <dgm:presLayoutVars>
          <dgm:hierBranch val="init"/>
        </dgm:presLayoutVars>
      </dgm:prSet>
      <dgm:spPr/>
    </dgm:pt>
    <dgm:pt modelId="{65C70274-FAB9-4F25-8282-F672FD0C9790}" type="pres">
      <dgm:prSet presAssocID="{AE741AC5-3A5E-46D6-B6A1-882788F86A5B}" presName="rootComposite" presStyleCnt="0"/>
      <dgm:spPr/>
    </dgm:pt>
    <dgm:pt modelId="{E668C4DA-790B-4307-83E6-A08E15962DAE}" type="pres">
      <dgm:prSet presAssocID="{AE741AC5-3A5E-46D6-B6A1-882788F86A5B}" presName="rootText" presStyleLbl="node2" presStyleIdx="4" presStyleCnt="5">
        <dgm:presLayoutVars>
          <dgm:chPref val="3"/>
        </dgm:presLayoutVars>
      </dgm:prSet>
      <dgm:spPr/>
    </dgm:pt>
    <dgm:pt modelId="{B78F3617-0BAD-4216-8DE3-DFFB2D38F3AC}" type="pres">
      <dgm:prSet presAssocID="{AE741AC5-3A5E-46D6-B6A1-882788F86A5B}" presName="rootConnector" presStyleLbl="node2" presStyleIdx="4" presStyleCnt="5"/>
      <dgm:spPr/>
    </dgm:pt>
    <dgm:pt modelId="{67A5B107-EE9B-4D06-A9CA-F263329A9B1E}" type="pres">
      <dgm:prSet presAssocID="{AE741AC5-3A5E-46D6-B6A1-882788F86A5B}" presName="hierChild4" presStyleCnt="0"/>
      <dgm:spPr/>
    </dgm:pt>
    <dgm:pt modelId="{4D2B676C-1DDD-4B5B-8B29-9B5F3EBEBD15}" type="pres">
      <dgm:prSet presAssocID="{AE741AC5-3A5E-46D6-B6A1-882788F86A5B}" presName="hierChild5" presStyleCnt="0"/>
      <dgm:spPr/>
    </dgm:pt>
    <dgm:pt modelId="{9EEA32C6-1705-4529-AF26-8CF0BC7D35C6}" type="pres">
      <dgm:prSet presAssocID="{D31D4698-92BD-42ED-8B6C-0F9676ACCB3F}" presName="hierChild3" presStyleCnt="0"/>
      <dgm:spPr/>
    </dgm:pt>
  </dgm:ptLst>
  <dgm:cxnLst>
    <dgm:cxn modelId="{D4E26D12-B64C-4BEF-87A4-C770E01E958E}" srcId="{D31D4698-92BD-42ED-8B6C-0F9676ACCB3F}" destId="{AE741AC5-3A5E-46D6-B6A1-882788F86A5B}" srcOrd="4" destOrd="0" parTransId="{FBA6D884-3F26-4D17-AB24-6B85271604EA}" sibTransId="{72E59DCD-8520-4EA6-A840-184A1707BFC2}"/>
    <dgm:cxn modelId="{B9D9D71C-9CEE-441B-A46A-152DE790D8BB}" type="presOf" srcId="{EF2B53B8-582E-4E19-82D2-4B454DAFB60F}" destId="{F45F76A5-0491-4222-9A83-19AB9F039FDF}" srcOrd="0" destOrd="0" presId="urn:microsoft.com/office/officeart/2005/8/layout/orgChart1"/>
    <dgm:cxn modelId="{9208431F-1B8F-4121-8F74-34827C8DF086}" srcId="{9B64142E-BC4E-4D5E-A06D-15A8F8975D23}" destId="{D31D4698-92BD-42ED-8B6C-0F9676ACCB3F}" srcOrd="0" destOrd="0" parTransId="{C650537B-C3FD-46C4-B75A-35CC4C8ECC92}" sibTransId="{64C5F1FE-56E5-41EA-84D1-16F1BDD442A6}"/>
    <dgm:cxn modelId="{FFBD3C3A-53AE-4DD2-AB60-42C3FEA9219F}" type="presOf" srcId="{8BBD1D5E-31CD-43D5-B05D-1FF55AFD96CA}" destId="{D60F4AB3-455F-4747-A1A5-0C1867188C43}" srcOrd="0" destOrd="0" presId="urn:microsoft.com/office/officeart/2005/8/layout/orgChart1"/>
    <dgm:cxn modelId="{093A703C-BF9A-4673-8641-D3344C20F618}" type="presOf" srcId="{8BBD1D5E-31CD-43D5-B05D-1FF55AFD96CA}" destId="{8FAEAA80-16E0-4B98-9DFA-1827D1FBF788}" srcOrd="1" destOrd="0" presId="urn:microsoft.com/office/officeart/2005/8/layout/orgChart1"/>
    <dgm:cxn modelId="{9BA77663-E6BC-4B29-9982-79C98F9A263D}" srcId="{D31D4698-92BD-42ED-8B6C-0F9676ACCB3F}" destId="{8BBD1D5E-31CD-43D5-B05D-1FF55AFD96CA}" srcOrd="3" destOrd="0" parTransId="{9CCF4CA9-35D5-49B3-A7E1-5EE314EDC746}" sibTransId="{B4109F3D-14CC-4310-AF73-1AB1A2E3E447}"/>
    <dgm:cxn modelId="{03E79A44-C96E-440B-82C5-D898CB2F5E68}" srcId="{D31D4698-92BD-42ED-8B6C-0F9676ACCB3F}" destId="{AA48A4C2-1874-4198-8091-E10C27BE03C1}" srcOrd="1" destOrd="0" parTransId="{9A4FCC16-A9CC-44A1-B687-46F08A82DEC2}" sibTransId="{5B0C4675-A86F-4C5C-92D0-CAA2A47E46A6}"/>
    <dgm:cxn modelId="{C65E1648-7363-446D-9555-10B711118B16}" type="presOf" srcId="{606EF682-AA24-4DD6-B21A-BD44113A2192}" destId="{21D3022E-556D-4B9C-A85A-21A5AA3ECD4B}" srcOrd="0" destOrd="0" presId="urn:microsoft.com/office/officeart/2005/8/layout/orgChart1"/>
    <dgm:cxn modelId="{4D5B6D48-687B-45D4-963C-4248BD61C81A}" type="presOf" srcId="{091A8EA7-96FF-4EA8-B136-5F2B0421CBC3}" destId="{61AEE928-0CA3-4E51-B6E5-4BDA20CD835A}" srcOrd="0" destOrd="0" presId="urn:microsoft.com/office/officeart/2005/8/layout/orgChart1"/>
    <dgm:cxn modelId="{46B3844A-74E3-4663-B7AD-2333D9F64CAF}" srcId="{D31D4698-92BD-42ED-8B6C-0F9676ACCB3F}" destId="{606EF682-AA24-4DD6-B21A-BD44113A2192}" srcOrd="2" destOrd="0" parTransId="{091A8EA7-96FF-4EA8-B136-5F2B0421CBC3}" sibTransId="{96DC9899-165B-46FA-A9E6-8C5E71481DC3}"/>
    <dgm:cxn modelId="{1BE5D96A-FA0A-46BB-BC03-78CFC47445EC}" type="presOf" srcId="{9A4FCC16-A9CC-44A1-B687-46F08A82DEC2}" destId="{FD04956A-5895-4623-8FC5-AD3460B9D1CB}" srcOrd="0" destOrd="0" presId="urn:microsoft.com/office/officeart/2005/8/layout/orgChart1"/>
    <dgm:cxn modelId="{2DAB024D-8F7F-4D56-84EA-C0C53FF701FE}" type="presOf" srcId="{1E304470-553A-4BBB-89A6-AFCCD3523518}" destId="{1C359DDF-A6B0-40BA-8A2D-D37F18835E6D}" srcOrd="1" destOrd="0" presId="urn:microsoft.com/office/officeart/2005/8/layout/orgChart1"/>
    <dgm:cxn modelId="{3C927B72-03AD-4405-A7E0-41AF2B425B45}" type="presOf" srcId="{D31D4698-92BD-42ED-8B6C-0F9676ACCB3F}" destId="{33869524-AA9E-4FF4-9CF6-A346C8B20B09}" srcOrd="1" destOrd="0" presId="urn:microsoft.com/office/officeart/2005/8/layout/orgChart1"/>
    <dgm:cxn modelId="{D5117556-8810-4262-919C-8AC63303A524}" type="presOf" srcId="{FBA6D884-3F26-4D17-AB24-6B85271604EA}" destId="{5CBA8A39-49F4-49AC-97FC-7602644751F8}" srcOrd="0" destOrd="0" presId="urn:microsoft.com/office/officeart/2005/8/layout/orgChart1"/>
    <dgm:cxn modelId="{1F50E476-E6C3-4196-A338-1D5051686774}" type="presOf" srcId="{AA48A4C2-1874-4198-8091-E10C27BE03C1}" destId="{F8BB9330-68E6-4FCC-99F4-C488349F2ABF}" srcOrd="1" destOrd="0" presId="urn:microsoft.com/office/officeart/2005/8/layout/orgChart1"/>
    <dgm:cxn modelId="{8CEE8C59-ABA5-401E-B7FB-CA07F718A618}" type="presOf" srcId="{9CCF4CA9-35D5-49B3-A7E1-5EE314EDC746}" destId="{A908F0BB-65B4-4D7A-9B37-7AEB654D4015}" srcOrd="0" destOrd="0" presId="urn:microsoft.com/office/officeart/2005/8/layout/orgChart1"/>
    <dgm:cxn modelId="{FE1AB6AF-7E19-4641-A0A0-9B6FD7B984B4}" type="presOf" srcId="{1E304470-553A-4BBB-89A6-AFCCD3523518}" destId="{B2DD9711-F122-4E2C-ADF0-189A5DC14378}" srcOrd="0" destOrd="0" presId="urn:microsoft.com/office/officeart/2005/8/layout/orgChart1"/>
    <dgm:cxn modelId="{4022ECB1-116B-4C3B-A0C6-9543066FEA3F}" type="presOf" srcId="{606EF682-AA24-4DD6-B21A-BD44113A2192}" destId="{69389EF3-36FA-47C4-86E3-B080D30A5553}" srcOrd="1" destOrd="0" presId="urn:microsoft.com/office/officeart/2005/8/layout/orgChart1"/>
    <dgm:cxn modelId="{8E5250C2-7D69-430E-8016-6C860BAAF662}" type="presOf" srcId="{AA48A4C2-1874-4198-8091-E10C27BE03C1}" destId="{382ED092-D600-4F4C-970C-A5BC394AB9E0}" srcOrd="0" destOrd="0" presId="urn:microsoft.com/office/officeart/2005/8/layout/orgChart1"/>
    <dgm:cxn modelId="{C79E8AC6-E419-4020-8272-A9550AF5D2C1}" type="presOf" srcId="{9B64142E-BC4E-4D5E-A06D-15A8F8975D23}" destId="{3171F368-034A-495D-82A3-CD5519AF0D26}" srcOrd="0" destOrd="0" presId="urn:microsoft.com/office/officeart/2005/8/layout/orgChart1"/>
    <dgm:cxn modelId="{2D4B9ACC-CFA9-4151-B03F-1AF695198069}" type="presOf" srcId="{AE741AC5-3A5E-46D6-B6A1-882788F86A5B}" destId="{E668C4DA-790B-4307-83E6-A08E15962DAE}" srcOrd="0" destOrd="0" presId="urn:microsoft.com/office/officeart/2005/8/layout/orgChart1"/>
    <dgm:cxn modelId="{0D7044D4-CD78-48FB-99FC-5F83A58AF8C2}" type="presOf" srcId="{AE741AC5-3A5E-46D6-B6A1-882788F86A5B}" destId="{B78F3617-0BAD-4216-8DE3-DFFB2D38F3AC}" srcOrd="1" destOrd="0" presId="urn:microsoft.com/office/officeart/2005/8/layout/orgChart1"/>
    <dgm:cxn modelId="{E0E48CD4-42D7-4D33-BDA9-B51C3592883B}" type="presOf" srcId="{D31D4698-92BD-42ED-8B6C-0F9676ACCB3F}" destId="{CAE66A26-22C1-4BB7-9A0C-8D632CD39CC6}" srcOrd="0" destOrd="0" presId="urn:microsoft.com/office/officeart/2005/8/layout/orgChart1"/>
    <dgm:cxn modelId="{C74CF5FE-11B2-4DC9-A367-FA32B127CEDC}" srcId="{D31D4698-92BD-42ED-8B6C-0F9676ACCB3F}" destId="{1E304470-553A-4BBB-89A6-AFCCD3523518}" srcOrd="0" destOrd="0" parTransId="{EF2B53B8-582E-4E19-82D2-4B454DAFB60F}" sibTransId="{B7F5616D-4670-4E4E-9817-57E18B4B6F56}"/>
    <dgm:cxn modelId="{D4D350FD-065E-4420-848F-23A5E9546438}" type="presParOf" srcId="{3171F368-034A-495D-82A3-CD5519AF0D26}" destId="{9880F088-131D-47B9-8380-D277D05D39D8}" srcOrd="0" destOrd="0" presId="urn:microsoft.com/office/officeart/2005/8/layout/orgChart1"/>
    <dgm:cxn modelId="{15AEBD8D-D350-47E6-854F-733248DDE3BD}" type="presParOf" srcId="{9880F088-131D-47B9-8380-D277D05D39D8}" destId="{D9A63BBE-0D9D-41D5-AD96-63A40D9ABE73}" srcOrd="0" destOrd="0" presId="urn:microsoft.com/office/officeart/2005/8/layout/orgChart1"/>
    <dgm:cxn modelId="{EC103457-7D9A-4B35-B49B-A0DFD36A897F}" type="presParOf" srcId="{D9A63BBE-0D9D-41D5-AD96-63A40D9ABE73}" destId="{CAE66A26-22C1-4BB7-9A0C-8D632CD39CC6}" srcOrd="0" destOrd="0" presId="urn:microsoft.com/office/officeart/2005/8/layout/orgChart1"/>
    <dgm:cxn modelId="{E0BC938C-A57F-4881-9147-1FD7016214CC}" type="presParOf" srcId="{D9A63BBE-0D9D-41D5-AD96-63A40D9ABE73}" destId="{33869524-AA9E-4FF4-9CF6-A346C8B20B09}" srcOrd="1" destOrd="0" presId="urn:microsoft.com/office/officeart/2005/8/layout/orgChart1"/>
    <dgm:cxn modelId="{23D4C1FC-B9CD-485B-A80F-E47B4A7591A2}" type="presParOf" srcId="{9880F088-131D-47B9-8380-D277D05D39D8}" destId="{7175F29F-6B04-410B-A1B1-402F7F33879C}" srcOrd="1" destOrd="0" presId="urn:microsoft.com/office/officeart/2005/8/layout/orgChart1"/>
    <dgm:cxn modelId="{1FF8E834-B80C-4659-A1D0-A96554B6C650}" type="presParOf" srcId="{7175F29F-6B04-410B-A1B1-402F7F33879C}" destId="{F45F76A5-0491-4222-9A83-19AB9F039FDF}" srcOrd="0" destOrd="0" presId="urn:microsoft.com/office/officeart/2005/8/layout/orgChart1"/>
    <dgm:cxn modelId="{D095944A-A7AE-497B-8D3B-023007B151C2}" type="presParOf" srcId="{7175F29F-6B04-410B-A1B1-402F7F33879C}" destId="{6948F76E-AD82-46C0-959F-2F124A389EA7}" srcOrd="1" destOrd="0" presId="urn:microsoft.com/office/officeart/2005/8/layout/orgChart1"/>
    <dgm:cxn modelId="{14A13383-6C3F-4E2C-81AD-E5DF434D954B}" type="presParOf" srcId="{6948F76E-AD82-46C0-959F-2F124A389EA7}" destId="{E9A896AF-1980-4B39-89DB-3D9A9AB87496}" srcOrd="0" destOrd="0" presId="urn:microsoft.com/office/officeart/2005/8/layout/orgChart1"/>
    <dgm:cxn modelId="{29B00042-7923-4368-BE2B-5F675CA3D1C2}" type="presParOf" srcId="{E9A896AF-1980-4B39-89DB-3D9A9AB87496}" destId="{B2DD9711-F122-4E2C-ADF0-189A5DC14378}" srcOrd="0" destOrd="0" presId="urn:microsoft.com/office/officeart/2005/8/layout/orgChart1"/>
    <dgm:cxn modelId="{5A1A1D82-E0EC-4C97-B920-B454804BA82B}" type="presParOf" srcId="{E9A896AF-1980-4B39-89DB-3D9A9AB87496}" destId="{1C359DDF-A6B0-40BA-8A2D-D37F18835E6D}" srcOrd="1" destOrd="0" presId="urn:microsoft.com/office/officeart/2005/8/layout/orgChart1"/>
    <dgm:cxn modelId="{5C5F9998-0959-4EEE-8EB2-65F4BB3A6495}" type="presParOf" srcId="{6948F76E-AD82-46C0-959F-2F124A389EA7}" destId="{7D76BB40-2E27-4029-965F-B68A35766B8C}" srcOrd="1" destOrd="0" presId="urn:microsoft.com/office/officeart/2005/8/layout/orgChart1"/>
    <dgm:cxn modelId="{3C7A383E-88BF-49FF-89A5-A2EBD0E795F3}" type="presParOf" srcId="{6948F76E-AD82-46C0-959F-2F124A389EA7}" destId="{BE1B8BB1-0829-4169-BF87-97AA0DD98012}" srcOrd="2" destOrd="0" presId="urn:microsoft.com/office/officeart/2005/8/layout/orgChart1"/>
    <dgm:cxn modelId="{47C12DDD-1EC4-408F-8A89-7C0C016A096C}" type="presParOf" srcId="{7175F29F-6B04-410B-A1B1-402F7F33879C}" destId="{FD04956A-5895-4623-8FC5-AD3460B9D1CB}" srcOrd="2" destOrd="0" presId="urn:microsoft.com/office/officeart/2005/8/layout/orgChart1"/>
    <dgm:cxn modelId="{F1E03E3F-AB46-4CB3-A6E6-441B993084EC}" type="presParOf" srcId="{7175F29F-6B04-410B-A1B1-402F7F33879C}" destId="{BAF9AC5E-DA33-4C7D-909C-B3120035292A}" srcOrd="3" destOrd="0" presId="urn:microsoft.com/office/officeart/2005/8/layout/orgChart1"/>
    <dgm:cxn modelId="{F5F7CB8C-BE2C-4D00-BCFD-263DE6FD013A}" type="presParOf" srcId="{BAF9AC5E-DA33-4C7D-909C-B3120035292A}" destId="{C9243EA9-28CB-459E-A3B2-08F9F7DE095E}" srcOrd="0" destOrd="0" presId="urn:microsoft.com/office/officeart/2005/8/layout/orgChart1"/>
    <dgm:cxn modelId="{7B2A5E01-3964-4537-A781-C7017370892B}" type="presParOf" srcId="{C9243EA9-28CB-459E-A3B2-08F9F7DE095E}" destId="{382ED092-D600-4F4C-970C-A5BC394AB9E0}" srcOrd="0" destOrd="0" presId="urn:microsoft.com/office/officeart/2005/8/layout/orgChart1"/>
    <dgm:cxn modelId="{30464065-1168-4590-86DA-18FF041507B4}" type="presParOf" srcId="{C9243EA9-28CB-459E-A3B2-08F9F7DE095E}" destId="{F8BB9330-68E6-4FCC-99F4-C488349F2ABF}" srcOrd="1" destOrd="0" presId="urn:microsoft.com/office/officeart/2005/8/layout/orgChart1"/>
    <dgm:cxn modelId="{81C4C65C-702E-4B1B-8ABE-C0A70136FFAF}" type="presParOf" srcId="{BAF9AC5E-DA33-4C7D-909C-B3120035292A}" destId="{FCF77292-EFF8-402C-A9F7-2CFFCD6C5195}" srcOrd="1" destOrd="0" presId="urn:microsoft.com/office/officeart/2005/8/layout/orgChart1"/>
    <dgm:cxn modelId="{7E35C388-A4D4-4B08-BDD2-305B9114DDBD}" type="presParOf" srcId="{BAF9AC5E-DA33-4C7D-909C-B3120035292A}" destId="{B233BE20-CB08-4F5B-B635-14B1FE041A75}" srcOrd="2" destOrd="0" presId="urn:microsoft.com/office/officeart/2005/8/layout/orgChart1"/>
    <dgm:cxn modelId="{4C53B8F7-467B-489E-ACD2-04FF9ECEFEF3}" type="presParOf" srcId="{7175F29F-6B04-410B-A1B1-402F7F33879C}" destId="{61AEE928-0CA3-4E51-B6E5-4BDA20CD835A}" srcOrd="4" destOrd="0" presId="urn:microsoft.com/office/officeart/2005/8/layout/orgChart1"/>
    <dgm:cxn modelId="{585193D4-BC50-459F-A963-560E5ADF8568}" type="presParOf" srcId="{7175F29F-6B04-410B-A1B1-402F7F33879C}" destId="{C2EA7DC6-2155-4451-BACA-3F314BCF338D}" srcOrd="5" destOrd="0" presId="urn:microsoft.com/office/officeart/2005/8/layout/orgChart1"/>
    <dgm:cxn modelId="{9D4BF915-8E26-4A95-9C3A-88B8DAB92F56}" type="presParOf" srcId="{C2EA7DC6-2155-4451-BACA-3F314BCF338D}" destId="{D37F4810-DF1B-4E84-960F-54626C6C55D3}" srcOrd="0" destOrd="0" presId="urn:microsoft.com/office/officeart/2005/8/layout/orgChart1"/>
    <dgm:cxn modelId="{775B2314-322A-49F9-91FD-68550C5D9500}" type="presParOf" srcId="{D37F4810-DF1B-4E84-960F-54626C6C55D3}" destId="{21D3022E-556D-4B9C-A85A-21A5AA3ECD4B}" srcOrd="0" destOrd="0" presId="urn:microsoft.com/office/officeart/2005/8/layout/orgChart1"/>
    <dgm:cxn modelId="{246981DC-FD2D-44AC-9B82-AA948A09423D}" type="presParOf" srcId="{D37F4810-DF1B-4E84-960F-54626C6C55D3}" destId="{69389EF3-36FA-47C4-86E3-B080D30A5553}" srcOrd="1" destOrd="0" presId="urn:microsoft.com/office/officeart/2005/8/layout/orgChart1"/>
    <dgm:cxn modelId="{B2D18711-FDA2-4609-91CE-8A83E1D7FE96}" type="presParOf" srcId="{C2EA7DC6-2155-4451-BACA-3F314BCF338D}" destId="{FCC4FB7F-A6A3-44C0-BB33-464C02036688}" srcOrd="1" destOrd="0" presId="urn:microsoft.com/office/officeart/2005/8/layout/orgChart1"/>
    <dgm:cxn modelId="{43498510-C31B-49D3-81B9-25B9BB671202}" type="presParOf" srcId="{C2EA7DC6-2155-4451-BACA-3F314BCF338D}" destId="{96825217-7101-4DB4-A3AF-1A141E2A6381}" srcOrd="2" destOrd="0" presId="urn:microsoft.com/office/officeart/2005/8/layout/orgChart1"/>
    <dgm:cxn modelId="{514507FC-42B2-4831-86EB-892F38616C76}" type="presParOf" srcId="{7175F29F-6B04-410B-A1B1-402F7F33879C}" destId="{A908F0BB-65B4-4D7A-9B37-7AEB654D4015}" srcOrd="6" destOrd="0" presId="urn:microsoft.com/office/officeart/2005/8/layout/orgChart1"/>
    <dgm:cxn modelId="{2BDF7C40-5BA4-4274-9243-39FB62CDE155}" type="presParOf" srcId="{7175F29F-6B04-410B-A1B1-402F7F33879C}" destId="{3B473CB7-FC47-4A68-B6A2-37B6450D1FC6}" srcOrd="7" destOrd="0" presId="urn:microsoft.com/office/officeart/2005/8/layout/orgChart1"/>
    <dgm:cxn modelId="{9720AECA-96FD-4A65-A182-E30DF0898731}" type="presParOf" srcId="{3B473CB7-FC47-4A68-B6A2-37B6450D1FC6}" destId="{063CC1C0-D779-4432-BD1B-1DD9DF59BC5F}" srcOrd="0" destOrd="0" presId="urn:microsoft.com/office/officeart/2005/8/layout/orgChart1"/>
    <dgm:cxn modelId="{E05CC230-E048-44C2-A1F0-063E0844A757}" type="presParOf" srcId="{063CC1C0-D779-4432-BD1B-1DD9DF59BC5F}" destId="{D60F4AB3-455F-4747-A1A5-0C1867188C43}" srcOrd="0" destOrd="0" presId="urn:microsoft.com/office/officeart/2005/8/layout/orgChart1"/>
    <dgm:cxn modelId="{F0030A5E-264C-49E5-8B93-EEA3BD0D66D2}" type="presParOf" srcId="{063CC1C0-D779-4432-BD1B-1DD9DF59BC5F}" destId="{8FAEAA80-16E0-4B98-9DFA-1827D1FBF788}" srcOrd="1" destOrd="0" presId="urn:microsoft.com/office/officeart/2005/8/layout/orgChart1"/>
    <dgm:cxn modelId="{14A3E3CF-CB03-4EDB-943D-2004F9D83F0A}" type="presParOf" srcId="{3B473CB7-FC47-4A68-B6A2-37B6450D1FC6}" destId="{59707B9F-CB45-4D99-A188-155A2B35DF3A}" srcOrd="1" destOrd="0" presId="urn:microsoft.com/office/officeart/2005/8/layout/orgChart1"/>
    <dgm:cxn modelId="{38A3BFDE-BA37-42F3-ACB1-CEC9F506EE6D}" type="presParOf" srcId="{3B473CB7-FC47-4A68-B6A2-37B6450D1FC6}" destId="{B88E4C08-9986-4576-A48A-E911C7D9620B}" srcOrd="2" destOrd="0" presId="urn:microsoft.com/office/officeart/2005/8/layout/orgChart1"/>
    <dgm:cxn modelId="{DF5EF222-1AD5-4583-AF10-84FABCA4774F}" type="presParOf" srcId="{7175F29F-6B04-410B-A1B1-402F7F33879C}" destId="{5CBA8A39-49F4-49AC-97FC-7602644751F8}" srcOrd="8" destOrd="0" presId="urn:microsoft.com/office/officeart/2005/8/layout/orgChart1"/>
    <dgm:cxn modelId="{2B51FB87-E296-4441-B5B8-DEF3CE750148}" type="presParOf" srcId="{7175F29F-6B04-410B-A1B1-402F7F33879C}" destId="{6F9C0BC8-6BF4-4E87-AC25-7D367C397F35}" srcOrd="9" destOrd="0" presId="urn:microsoft.com/office/officeart/2005/8/layout/orgChart1"/>
    <dgm:cxn modelId="{89C7CBAA-ECD2-4D95-ADB4-DD1199263E19}" type="presParOf" srcId="{6F9C0BC8-6BF4-4E87-AC25-7D367C397F35}" destId="{65C70274-FAB9-4F25-8282-F672FD0C9790}" srcOrd="0" destOrd="0" presId="urn:microsoft.com/office/officeart/2005/8/layout/orgChart1"/>
    <dgm:cxn modelId="{5B9BB396-C4FB-44E5-B508-866BC83F0D0F}" type="presParOf" srcId="{65C70274-FAB9-4F25-8282-F672FD0C9790}" destId="{E668C4DA-790B-4307-83E6-A08E15962DAE}" srcOrd="0" destOrd="0" presId="urn:microsoft.com/office/officeart/2005/8/layout/orgChart1"/>
    <dgm:cxn modelId="{C4DDEBBC-AED2-491A-9A9C-B0A4EFADB78E}" type="presParOf" srcId="{65C70274-FAB9-4F25-8282-F672FD0C9790}" destId="{B78F3617-0BAD-4216-8DE3-DFFB2D38F3AC}" srcOrd="1" destOrd="0" presId="urn:microsoft.com/office/officeart/2005/8/layout/orgChart1"/>
    <dgm:cxn modelId="{E5200221-E0B8-4B5F-80D8-2437AA2E6BE7}" type="presParOf" srcId="{6F9C0BC8-6BF4-4E87-AC25-7D367C397F35}" destId="{67A5B107-EE9B-4D06-A9CA-F263329A9B1E}" srcOrd="1" destOrd="0" presId="urn:microsoft.com/office/officeart/2005/8/layout/orgChart1"/>
    <dgm:cxn modelId="{7AD65AA9-F6CA-4013-AD96-3190C1CEFFD0}" type="presParOf" srcId="{6F9C0BC8-6BF4-4E87-AC25-7D367C397F35}" destId="{4D2B676C-1DDD-4B5B-8B29-9B5F3EBEBD15}" srcOrd="2" destOrd="0" presId="urn:microsoft.com/office/officeart/2005/8/layout/orgChart1"/>
    <dgm:cxn modelId="{C1AD6674-B61C-4574-8F71-D9959DCFD2E6}" type="presParOf" srcId="{9880F088-131D-47B9-8380-D277D05D39D8}" destId="{9EEA32C6-1705-4529-AF26-8CF0BC7D35C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87E565-CBCF-4F49-8199-823C1D6ECEBD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A4A0135-073D-43C6-9465-A69D8FD557C2}">
      <dgm:prSet/>
      <dgm:spPr/>
      <dgm:t>
        <a:bodyPr/>
        <a:lstStyle/>
        <a:p>
          <a:r>
            <a:rPr lang="en-US" b="1" dirty="0"/>
            <a:t>1. Provides Direction for Growth and Impact  </a:t>
          </a:r>
        </a:p>
      </dgm:t>
    </dgm:pt>
    <dgm:pt modelId="{35F4F1AB-0EAF-4763-9A63-09C6E934D529}" type="parTrans" cxnId="{7EB32BFC-67A5-46D5-967B-9B498C8D65F5}">
      <dgm:prSet/>
      <dgm:spPr/>
      <dgm:t>
        <a:bodyPr/>
        <a:lstStyle/>
        <a:p>
          <a:endParaRPr lang="en-US"/>
        </a:p>
      </dgm:t>
    </dgm:pt>
    <dgm:pt modelId="{02CBE981-71A4-4549-88AA-4CF757960FAC}" type="sibTrans" cxnId="{7EB32BFC-67A5-46D5-967B-9B498C8D65F5}">
      <dgm:prSet/>
      <dgm:spPr/>
      <dgm:t>
        <a:bodyPr/>
        <a:lstStyle/>
        <a:p>
          <a:endParaRPr lang="en-US"/>
        </a:p>
      </dgm:t>
    </dgm:pt>
    <dgm:pt modelId="{07F79B56-594E-4120-ADA0-7D177782ED73}">
      <dgm:prSet/>
      <dgm:spPr/>
      <dgm:t>
        <a:bodyPr/>
        <a:lstStyle/>
        <a:p>
          <a:r>
            <a:rPr lang="en-US" dirty="0"/>
            <a:t>Clear Vision and Goals</a:t>
          </a:r>
        </a:p>
      </dgm:t>
    </dgm:pt>
    <dgm:pt modelId="{BFF63157-906D-4D7E-9ACB-1B3E61FFFC22}" type="parTrans" cxnId="{0F7D04E3-5D41-44A9-B19B-31B65656DAEA}">
      <dgm:prSet/>
      <dgm:spPr/>
      <dgm:t>
        <a:bodyPr/>
        <a:lstStyle/>
        <a:p>
          <a:endParaRPr lang="en-US"/>
        </a:p>
      </dgm:t>
    </dgm:pt>
    <dgm:pt modelId="{1F3CC347-E3C8-4579-8590-32EF6B47FB1C}" type="sibTrans" cxnId="{0F7D04E3-5D41-44A9-B19B-31B65656DAEA}">
      <dgm:prSet/>
      <dgm:spPr/>
      <dgm:t>
        <a:bodyPr/>
        <a:lstStyle/>
        <a:p>
          <a:endParaRPr lang="en-US"/>
        </a:p>
      </dgm:t>
    </dgm:pt>
    <dgm:pt modelId="{08D2E4EE-53D4-472E-80CD-5AC7D699FEDE}">
      <dgm:prSet/>
      <dgm:spPr/>
      <dgm:t>
        <a:bodyPr/>
        <a:lstStyle/>
        <a:p>
          <a:r>
            <a:rPr lang="en-US" dirty="0"/>
            <a:t>Long-term Sustainability</a:t>
          </a:r>
        </a:p>
      </dgm:t>
    </dgm:pt>
    <dgm:pt modelId="{FA7C69F0-79E4-490A-87B8-E0A042D2C521}" type="parTrans" cxnId="{41F14E77-DD46-4B63-B2D4-90B0B321E968}">
      <dgm:prSet/>
      <dgm:spPr/>
      <dgm:t>
        <a:bodyPr/>
        <a:lstStyle/>
        <a:p>
          <a:endParaRPr lang="en-US"/>
        </a:p>
      </dgm:t>
    </dgm:pt>
    <dgm:pt modelId="{20FF5B6C-9270-4332-A480-836B97367A05}" type="sibTrans" cxnId="{41F14E77-DD46-4B63-B2D4-90B0B321E968}">
      <dgm:prSet/>
      <dgm:spPr/>
      <dgm:t>
        <a:bodyPr/>
        <a:lstStyle/>
        <a:p>
          <a:endParaRPr lang="en-US"/>
        </a:p>
      </dgm:t>
    </dgm:pt>
    <dgm:pt modelId="{64CD7066-8F97-4BC9-9458-46438E113B16}">
      <dgm:prSet/>
      <dgm:spPr/>
      <dgm:t>
        <a:bodyPr/>
        <a:lstStyle/>
        <a:p>
          <a:r>
            <a:rPr lang="en-US" b="1" dirty="0"/>
            <a:t>2. Helps in Resource Mobilization and Sustainability  </a:t>
          </a:r>
        </a:p>
      </dgm:t>
    </dgm:pt>
    <dgm:pt modelId="{313ACC50-A21F-47F5-B696-09217DB87570}" type="parTrans" cxnId="{F5523EAE-8421-4A3F-AED6-677F2FC527F6}">
      <dgm:prSet/>
      <dgm:spPr/>
      <dgm:t>
        <a:bodyPr/>
        <a:lstStyle/>
        <a:p>
          <a:endParaRPr lang="en-US"/>
        </a:p>
      </dgm:t>
    </dgm:pt>
    <dgm:pt modelId="{824176B7-0E51-4A81-96C0-E2551FFA47AF}" type="sibTrans" cxnId="{F5523EAE-8421-4A3F-AED6-677F2FC527F6}">
      <dgm:prSet/>
      <dgm:spPr/>
      <dgm:t>
        <a:bodyPr/>
        <a:lstStyle/>
        <a:p>
          <a:endParaRPr lang="en-US"/>
        </a:p>
      </dgm:t>
    </dgm:pt>
    <dgm:pt modelId="{CD471F14-7114-4E55-967D-E100C2D237F9}">
      <dgm:prSet/>
      <dgm:spPr/>
      <dgm:t>
        <a:bodyPr/>
        <a:lstStyle/>
        <a:p>
          <a:r>
            <a:rPr lang="en-US" dirty="0"/>
            <a:t>Attracting Funding &amp; Partnerships</a:t>
          </a:r>
        </a:p>
      </dgm:t>
    </dgm:pt>
    <dgm:pt modelId="{5520E94B-6B5B-448A-A91E-96A2DD364188}" type="parTrans" cxnId="{576D5332-1A39-4625-ACBC-5C90E230D89C}">
      <dgm:prSet/>
      <dgm:spPr/>
      <dgm:t>
        <a:bodyPr/>
        <a:lstStyle/>
        <a:p>
          <a:endParaRPr lang="en-US"/>
        </a:p>
      </dgm:t>
    </dgm:pt>
    <dgm:pt modelId="{A04B3A4C-3E9A-4A3A-A873-19C7DEE43D8D}" type="sibTrans" cxnId="{576D5332-1A39-4625-ACBC-5C90E230D89C}">
      <dgm:prSet/>
      <dgm:spPr/>
      <dgm:t>
        <a:bodyPr/>
        <a:lstStyle/>
        <a:p>
          <a:endParaRPr lang="en-US"/>
        </a:p>
      </dgm:t>
    </dgm:pt>
    <dgm:pt modelId="{7FAD46D3-8F11-4207-9DC6-BE4FB3F42882}">
      <dgm:prSet/>
      <dgm:spPr/>
      <dgm:t>
        <a:bodyPr/>
        <a:lstStyle/>
        <a:p>
          <a:r>
            <a:rPr lang="en-US" dirty="0"/>
            <a:t>Optimized Use of Resources</a:t>
          </a:r>
        </a:p>
      </dgm:t>
    </dgm:pt>
    <dgm:pt modelId="{19765D56-145D-4541-B8DE-26CB90815C91}" type="parTrans" cxnId="{BF0AA5ED-0E68-4BAA-A357-149AF69FB866}">
      <dgm:prSet/>
      <dgm:spPr/>
      <dgm:t>
        <a:bodyPr/>
        <a:lstStyle/>
        <a:p>
          <a:endParaRPr lang="en-US"/>
        </a:p>
      </dgm:t>
    </dgm:pt>
    <dgm:pt modelId="{32D22674-8A2A-49C5-B470-7FF10D088D78}" type="sibTrans" cxnId="{BF0AA5ED-0E68-4BAA-A357-149AF69FB866}">
      <dgm:prSet/>
      <dgm:spPr/>
      <dgm:t>
        <a:bodyPr/>
        <a:lstStyle/>
        <a:p>
          <a:endParaRPr lang="en-US"/>
        </a:p>
      </dgm:t>
    </dgm:pt>
    <dgm:pt modelId="{F48445BF-7B8E-47BA-975F-A4158E62E9BC}">
      <dgm:prSet/>
      <dgm:spPr/>
      <dgm:t>
        <a:bodyPr/>
        <a:lstStyle/>
        <a:p>
          <a:r>
            <a:rPr lang="en-US" dirty="0"/>
            <a:t>Strengthens Stakeholder Confidence</a:t>
          </a:r>
        </a:p>
      </dgm:t>
    </dgm:pt>
    <dgm:pt modelId="{88E0417A-4825-4492-A21C-AD4366055816}" type="parTrans" cxnId="{B935A22C-EBC2-41EE-A141-5D7EFA2A687E}">
      <dgm:prSet/>
      <dgm:spPr/>
      <dgm:t>
        <a:bodyPr/>
        <a:lstStyle/>
        <a:p>
          <a:endParaRPr lang="en-US"/>
        </a:p>
      </dgm:t>
    </dgm:pt>
    <dgm:pt modelId="{6B778F81-1304-4EF9-A6B5-2C3E107DCD8C}" type="sibTrans" cxnId="{B935A22C-EBC2-41EE-A141-5D7EFA2A687E}">
      <dgm:prSet/>
      <dgm:spPr/>
      <dgm:t>
        <a:bodyPr/>
        <a:lstStyle/>
        <a:p>
          <a:endParaRPr lang="en-US"/>
        </a:p>
      </dgm:t>
    </dgm:pt>
    <dgm:pt modelId="{F97BAC8D-AD84-48D8-BCDD-39CA588F5607}">
      <dgm:prSet/>
      <dgm:spPr/>
      <dgm:t>
        <a:bodyPr/>
        <a:lstStyle/>
        <a:p>
          <a:r>
            <a:rPr lang="en-US" b="1" dirty="0"/>
            <a:t>3. Ensures Accountability and Measurable Progress  </a:t>
          </a:r>
        </a:p>
      </dgm:t>
    </dgm:pt>
    <dgm:pt modelId="{B0F6B74F-0E7D-41DA-859B-17B6534E6432}" type="parTrans" cxnId="{96F503DF-046F-4E8A-A5F0-423F07C93FDD}">
      <dgm:prSet/>
      <dgm:spPr/>
      <dgm:t>
        <a:bodyPr/>
        <a:lstStyle/>
        <a:p>
          <a:endParaRPr lang="en-US"/>
        </a:p>
      </dgm:t>
    </dgm:pt>
    <dgm:pt modelId="{0AD7635D-B5E2-4BDA-B887-0FE803FB0752}" type="sibTrans" cxnId="{96F503DF-046F-4E8A-A5F0-423F07C93FDD}">
      <dgm:prSet/>
      <dgm:spPr/>
      <dgm:t>
        <a:bodyPr/>
        <a:lstStyle/>
        <a:p>
          <a:endParaRPr lang="en-US"/>
        </a:p>
      </dgm:t>
    </dgm:pt>
    <dgm:pt modelId="{41B6C5D0-1F80-4E0A-A4E5-D4352FC25406}">
      <dgm:prSet/>
      <dgm:spPr/>
      <dgm:t>
        <a:bodyPr/>
        <a:lstStyle/>
        <a:p>
          <a:r>
            <a:rPr lang="en-US" dirty="0"/>
            <a:t>Monitoring &amp; Evaluation (M&amp;E)</a:t>
          </a:r>
        </a:p>
      </dgm:t>
    </dgm:pt>
    <dgm:pt modelId="{B0FC0E0A-1011-4D42-9098-00173C8A0AA0}" type="parTrans" cxnId="{1F99FDF2-CA7B-4FB6-861B-414862D4C2FF}">
      <dgm:prSet/>
      <dgm:spPr/>
      <dgm:t>
        <a:bodyPr/>
        <a:lstStyle/>
        <a:p>
          <a:endParaRPr lang="en-US"/>
        </a:p>
      </dgm:t>
    </dgm:pt>
    <dgm:pt modelId="{370C7311-D70A-4E47-9DBC-DE088CE4376A}" type="sibTrans" cxnId="{1F99FDF2-CA7B-4FB6-861B-414862D4C2FF}">
      <dgm:prSet/>
      <dgm:spPr/>
      <dgm:t>
        <a:bodyPr/>
        <a:lstStyle/>
        <a:p>
          <a:endParaRPr lang="en-US"/>
        </a:p>
      </dgm:t>
    </dgm:pt>
    <dgm:pt modelId="{CEEE6F90-AF51-4984-8334-105C6D433B83}">
      <dgm:prSet/>
      <dgm:spPr/>
      <dgm:t>
        <a:bodyPr/>
        <a:lstStyle/>
        <a:p>
          <a:r>
            <a:rPr lang="en-US" dirty="0"/>
            <a:t>Transparency &amp; Reporting</a:t>
          </a:r>
        </a:p>
      </dgm:t>
    </dgm:pt>
    <dgm:pt modelId="{69DA59BD-6B93-46D0-BFD7-CBD33361FD84}" type="parTrans" cxnId="{3A236AA2-9EE5-4BC3-B3BD-2C2D3A71BE16}">
      <dgm:prSet/>
      <dgm:spPr/>
      <dgm:t>
        <a:bodyPr/>
        <a:lstStyle/>
        <a:p>
          <a:endParaRPr lang="en-US"/>
        </a:p>
      </dgm:t>
    </dgm:pt>
    <dgm:pt modelId="{377AF187-9B20-448B-8D36-FCFA48EEE81D}" type="sibTrans" cxnId="{3A236AA2-9EE5-4BC3-B3BD-2C2D3A71BE16}">
      <dgm:prSet/>
      <dgm:spPr/>
      <dgm:t>
        <a:bodyPr/>
        <a:lstStyle/>
        <a:p>
          <a:endParaRPr lang="en-US"/>
        </a:p>
      </dgm:t>
    </dgm:pt>
    <dgm:pt modelId="{69041103-30DE-4091-874D-0DF4414544AC}">
      <dgm:prSet/>
      <dgm:spPr/>
      <dgm:t>
        <a:bodyPr/>
        <a:lstStyle/>
        <a:p>
          <a:r>
            <a:rPr lang="en-US" dirty="0"/>
            <a:t>Continuous Learning &amp; Improvement</a:t>
          </a:r>
        </a:p>
      </dgm:t>
    </dgm:pt>
    <dgm:pt modelId="{900FF7BE-4D6E-420A-92D3-DDB8DCDF7BF6}" type="parTrans" cxnId="{01989270-F1F8-49AE-BEAE-DA40984A9284}">
      <dgm:prSet/>
      <dgm:spPr/>
      <dgm:t>
        <a:bodyPr/>
        <a:lstStyle/>
        <a:p>
          <a:endParaRPr lang="en-US"/>
        </a:p>
      </dgm:t>
    </dgm:pt>
    <dgm:pt modelId="{78B1151F-E11D-4BBA-9542-7619DE903D8A}" type="sibTrans" cxnId="{01989270-F1F8-49AE-BEAE-DA40984A9284}">
      <dgm:prSet/>
      <dgm:spPr/>
      <dgm:t>
        <a:bodyPr/>
        <a:lstStyle/>
        <a:p>
          <a:endParaRPr lang="en-US"/>
        </a:p>
      </dgm:t>
    </dgm:pt>
    <dgm:pt modelId="{0FF9D214-4550-4372-80EF-5B1FD7563C4A}">
      <dgm:prSet/>
      <dgm:spPr/>
      <dgm:t>
        <a:bodyPr/>
        <a:lstStyle/>
        <a:p>
          <a:r>
            <a:rPr lang="en-US" dirty="0"/>
            <a:t>Structured Program Implementation</a:t>
          </a:r>
        </a:p>
      </dgm:t>
    </dgm:pt>
    <dgm:pt modelId="{EFB9BF44-CB90-4AF0-974D-D166B31D7231}" type="parTrans" cxnId="{3F03570E-1559-444F-875E-C40CFFF620CE}">
      <dgm:prSet/>
      <dgm:spPr/>
      <dgm:t>
        <a:bodyPr/>
        <a:lstStyle/>
        <a:p>
          <a:endParaRPr lang="en-US"/>
        </a:p>
      </dgm:t>
    </dgm:pt>
    <dgm:pt modelId="{1E909477-183F-4D1A-A552-F7B0D6EF0016}" type="sibTrans" cxnId="{3F03570E-1559-444F-875E-C40CFFF620CE}">
      <dgm:prSet/>
      <dgm:spPr/>
      <dgm:t>
        <a:bodyPr/>
        <a:lstStyle/>
        <a:p>
          <a:endParaRPr lang="en-US"/>
        </a:p>
      </dgm:t>
    </dgm:pt>
    <dgm:pt modelId="{A692F2B6-793E-472D-B691-AA4466D35B89}" type="pres">
      <dgm:prSet presAssocID="{8087E565-CBCF-4F49-8199-823C1D6ECEBD}" presName="Name0" presStyleCnt="0">
        <dgm:presLayoutVars>
          <dgm:dir/>
          <dgm:animLvl val="lvl"/>
          <dgm:resizeHandles val="exact"/>
        </dgm:presLayoutVars>
      </dgm:prSet>
      <dgm:spPr/>
    </dgm:pt>
    <dgm:pt modelId="{F1295CFA-A98E-429D-9E1C-F4F5236ED9C3}" type="pres">
      <dgm:prSet presAssocID="{CA4A0135-073D-43C6-9465-A69D8FD557C2}" presName="composite" presStyleCnt="0"/>
      <dgm:spPr/>
    </dgm:pt>
    <dgm:pt modelId="{E5EE02E1-E022-47E4-AA71-13A3E1FC53E4}" type="pres">
      <dgm:prSet presAssocID="{CA4A0135-073D-43C6-9465-A69D8FD557C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D0C192C-75D7-4D56-AAFD-196F352AB16F}" type="pres">
      <dgm:prSet presAssocID="{CA4A0135-073D-43C6-9465-A69D8FD557C2}" presName="desTx" presStyleLbl="alignAccFollowNode1" presStyleIdx="0" presStyleCnt="3">
        <dgm:presLayoutVars>
          <dgm:bulletEnabled val="1"/>
        </dgm:presLayoutVars>
      </dgm:prSet>
      <dgm:spPr/>
    </dgm:pt>
    <dgm:pt modelId="{27AEBAAC-C706-4387-9614-C331EF665D14}" type="pres">
      <dgm:prSet presAssocID="{02CBE981-71A4-4549-88AA-4CF757960FAC}" presName="space" presStyleCnt="0"/>
      <dgm:spPr/>
    </dgm:pt>
    <dgm:pt modelId="{3C602945-E5D7-45D9-B075-F515BE849839}" type="pres">
      <dgm:prSet presAssocID="{64CD7066-8F97-4BC9-9458-46438E113B16}" presName="composite" presStyleCnt="0"/>
      <dgm:spPr/>
    </dgm:pt>
    <dgm:pt modelId="{198AE81C-4327-4BA5-AFEB-6ADAC9F426D1}" type="pres">
      <dgm:prSet presAssocID="{64CD7066-8F97-4BC9-9458-46438E113B1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09CBD67-6E2C-4054-A75C-F1FF2C025E00}" type="pres">
      <dgm:prSet presAssocID="{64CD7066-8F97-4BC9-9458-46438E113B16}" presName="desTx" presStyleLbl="alignAccFollowNode1" presStyleIdx="1" presStyleCnt="3">
        <dgm:presLayoutVars>
          <dgm:bulletEnabled val="1"/>
        </dgm:presLayoutVars>
      </dgm:prSet>
      <dgm:spPr/>
    </dgm:pt>
    <dgm:pt modelId="{7C967C6B-57CD-46E8-B751-F8699E3F6001}" type="pres">
      <dgm:prSet presAssocID="{824176B7-0E51-4A81-96C0-E2551FFA47AF}" presName="space" presStyleCnt="0"/>
      <dgm:spPr/>
    </dgm:pt>
    <dgm:pt modelId="{B5A31D62-D907-4797-BA33-3DA66DD11D04}" type="pres">
      <dgm:prSet presAssocID="{F97BAC8D-AD84-48D8-BCDD-39CA588F5607}" presName="composite" presStyleCnt="0"/>
      <dgm:spPr/>
    </dgm:pt>
    <dgm:pt modelId="{DB317010-7524-4971-AC48-40B5849F9188}" type="pres">
      <dgm:prSet presAssocID="{F97BAC8D-AD84-48D8-BCDD-39CA588F560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57543AA-7E79-478C-96FD-991184C882DF}" type="pres">
      <dgm:prSet presAssocID="{F97BAC8D-AD84-48D8-BCDD-39CA588F560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7404405-6973-4F24-9B2D-FB6463D056E7}" type="presOf" srcId="{08D2E4EE-53D4-472E-80CD-5AC7D699FEDE}" destId="{8D0C192C-75D7-4D56-AAFD-196F352AB16F}" srcOrd="0" destOrd="2" presId="urn:microsoft.com/office/officeart/2005/8/layout/hList1"/>
    <dgm:cxn modelId="{3F03570E-1559-444F-875E-C40CFFF620CE}" srcId="{CA4A0135-073D-43C6-9465-A69D8FD557C2}" destId="{0FF9D214-4550-4372-80EF-5B1FD7563C4A}" srcOrd="1" destOrd="0" parTransId="{EFB9BF44-CB90-4AF0-974D-D166B31D7231}" sibTransId="{1E909477-183F-4D1A-A552-F7B0D6EF0016}"/>
    <dgm:cxn modelId="{4E94D60F-A34F-4319-B258-B19ABDE7BA74}" type="presOf" srcId="{64CD7066-8F97-4BC9-9458-46438E113B16}" destId="{198AE81C-4327-4BA5-AFEB-6ADAC9F426D1}" srcOrd="0" destOrd="0" presId="urn:microsoft.com/office/officeart/2005/8/layout/hList1"/>
    <dgm:cxn modelId="{69D0931E-E52E-4A74-B67B-0E1EC50BCB2B}" type="presOf" srcId="{7FAD46D3-8F11-4207-9DC6-BE4FB3F42882}" destId="{D09CBD67-6E2C-4054-A75C-F1FF2C025E00}" srcOrd="0" destOrd="1" presId="urn:microsoft.com/office/officeart/2005/8/layout/hList1"/>
    <dgm:cxn modelId="{B935A22C-EBC2-41EE-A141-5D7EFA2A687E}" srcId="{64CD7066-8F97-4BC9-9458-46438E113B16}" destId="{F48445BF-7B8E-47BA-975F-A4158E62E9BC}" srcOrd="2" destOrd="0" parTransId="{88E0417A-4825-4492-A21C-AD4366055816}" sibTransId="{6B778F81-1304-4EF9-A6B5-2C3E107DCD8C}"/>
    <dgm:cxn modelId="{576D5332-1A39-4625-ACBC-5C90E230D89C}" srcId="{64CD7066-8F97-4BC9-9458-46438E113B16}" destId="{CD471F14-7114-4E55-967D-E100C2D237F9}" srcOrd="0" destOrd="0" parTransId="{5520E94B-6B5B-448A-A91E-96A2DD364188}" sibTransId="{A04B3A4C-3E9A-4A3A-A873-19C7DEE43D8D}"/>
    <dgm:cxn modelId="{70957E4B-4B35-4037-AAD2-B77A1CDA1EB2}" type="presOf" srcId="{0FF9D214-4550-4372-80EF-5B1FD7563C4A}" destId="{8D0C192C-75D7-4D56-AAFD-196F352AB16F}" srcOrd="0" destOrd="1" presId="urn:microsoft.com/office/officeart/2005/8/layout/hList1"/>
    <dgm:cxn modelId="{01989270-F1F8-49AE-BEAE-DA40984A9284}" srcId="{F97BAC8D-AD84-48D8-BCDD-39CA588F5607}" destId="{69041103-30DE-4091-874D-0DF4414544AC}" srcOrd="2" destOrd="0" parTransId="{900FF7BE-4D6E-420A-92D3-DDB8DCDF7BF6}" sibTransId="{78B1151F-E11D-4BBA-9542-7619DE903D8A}"/>
    <dgm:cxn modelId="{41F14E77-DD46-4B63-B2D4-90B0B321E968}" srcId="{CA4A0135-073D-43C6-9465-A69D8FD557C2}" destId="{08D2E4EE-53D4-472E-80CD-5AC7D699FEDE}" srcOrd="2" destOrd="0" parTransId="{FA7C69F0-79E4-490A-87B8-E0A042D2C521}" sibTransId="{20FF5B6C-9270-4332-A480-836B97367A05}"/>
    <dgm:cxn modelId="{4C2FF081-D423-4850-A559-9BA7A44AFF9C}" type="presOf" srcId="{07F79B56-594E-4120-ADA0-7D177782ED73}" destId="{8D0C192C-75D7-4D56-AAFD-196F352AB16F}" srcOrd="0" destOrd="0" presId="urn:microsoft.com/office/officeart/2005/8/layout/hList1"/>
    <dgm:cxn modelId="{8A789D85-3E68-48FE-978B-47486F578D65}" type="presOf" srcId="{CA4A0135-073D-43C6-9465-A69D8FD557C2}" destId="{E5EE02E1-E022-47E4-AA71-13A3E1FC53E4}" srcOrd="0" destOrd="0" presId="urn:microsoft.com/office/officeart/2005/8/layout/hList1"/>
    <dgm:cxn modelId="{123FA790-97C7-41CD-BD38-58C29998FD06}" type="presOf" srcId="{CEEE6F90-AF51-4984-8334-105C6D433B83}" destId="{057543AA-7E79-478C-96FD-991184C882DF}" srcOrd="0" destOrd="1" presId="urn:microsoft.com/office/officeart/2005/8/layout/hList1"/>
    <dgm:cxn modelId="{644ED292-57B5-40BC-8DF7-AED0B7475FD7}" type="presOf" srcId="{F97BAC8D-AD84-48D8-BCDD-39CA588F5607}" destId="{DB317010-7524-4971-AC48-40B5849F9188}" srcOrd="0" destOrd="0" presId="urn:microsoft.com/office/officeart/2005/8/layout/hList1"/>
    <dgm:cxn modelId="{3A236AA2-9EE5-4BC3-B3BD-2C2D3A71BE16}" srcId="{F97BAC8D-AD84-48D8-BCDD-39CA588F5607}" destId="{CEEE6F90-AF51-4984-8334-105C6D433B83}" srcOrd="1" destOrd="0" parTransId="{69DA59BD-6B93-46D0-BFD7-CBD33361FD84}" sibTransId="{377AF187-9B20-448B-8D36-FCFA48EEE81D}"/>
    <dgm:cxn modelId="{F5523EAE-8421-4A3F-AED6-677F2FC527F6}" srcId="{8087E565-CBCF-4F49-8199-823C1D6ECEBD}" destId="{64CD7066-8F97-4BC9-9458-46438E113B16}" srcOrd="1" destOrd="0" parTransId="{313ACC50-A21F-47F5-B696-09217DB87570}" sibTransId="{824176B7-0E51-4A81-96C0-E2551FFA47AF}"/>
    <dgm:cxn modelId="{E562AEAF-1674-4835-8C07-339E111185E8}" type="presOf" srcId="{41B6C5D0-1F80-4E0A-A4E5-D4352FC25406}" destId="{057543AA-7E79-478C-96FD-991184C882DF}" srcOrd="0" destOrd="0" presId="urn:microsoft.com/office/officeart/2005/8/layout/hList1"/>
    <dgm:cxn modelId="{D16A9DD4-D516-4388-AD02-16EA5D229B63}" type="presOf" srcId="{F48445BF-7B8E-47BA-975F-A4158E62E9BC}" destId="{D09CBD67-6E2C-4054-A75C-F1FF2C025E00}" srcOrd="0" destOrd="2" presId="urn:microsoft.com/office/officeart/2005/8/layout/hList1"/>
    <dgm:cxn modelId="{96F503DF-046F-4E8A-A5F0-423F07C93FDD}" srcId="{8087E565-CBCF-4F49-8199-823C1D6ECEBD}" destId="{F97BAC8D-AD84-48D8-BCDD-39CA588F5607}" srcOrd="2" destOrd="0" parTransId="{B0F6B74F-0E7D-41DA-859B-17B6534E6432}" sibTransId="{0AD7635D-B5E2-4BDA-B887-0FE803FB0752}"/>
    <dgm:cxn modelId="{0F7D04E3-5D41-44A9-B19B-31B65656DAEA}" srcId="{CA4A0135-073D-43C6-9465-A69D8FD557C2}" destId="{07F79B56-594E-4120-ADA0-7D177782ED73}" srcOrd="0" destOrd="0" parTransId="{BFF63157-906D-4D7E-9ACB-1B3E61FFFC22}" sibTransId="{1F3CC347-E3C8-4579-8590-32EF6B47FB1C}"/>
    <dgm:cxn modelId="{379BADE3-2234-48AA-B1E1-4A9B96C1C326}" type="presOf" srcId="{CD471F14-7114-4E55-967D-E100C2D237F9}" destId="{D09CBD67-6E2C-4054-A75C-F1FF2C025E00}" srcOrd="0" destOrd="0" presId="urn:microsoft.com/office/officeart/2005/8/layout/hList1"/>
    <dgm:cxn modelId="{44CF55EC-C157-44C9-9FF9-AE2292CB93C3}" type="presOf" srcId="{8087E565-CBCF-4F49-8199-823C1D6ECEBD}" destId="{A692F2B6-793E-472D-B691-AA4466D35B89}" srcOrd="0" destOrd="0" presId="urn:microsoft.com/office/officeart/2005/8/layout/hList1"/>
    <dgm:cxn modelId="{BF0AA5ED-0E68-4BAA-A357-149AF69FB866}" srcId="{64CD7066-8F97-4BC9-9458-46438E113B16}" destId="{7FAD46D3-8F11-4207-9DC6-BE4FB3F42882}" srcOrd="1" destOrd="0" parTransId="{19765D56-145D-4541-B8DE-26CB90815C91}" sibTransId="{32D22674-8A2A-49C5-B470-7FF10D088D78}"/>
    <dgm:cxn modelId="{709D5AF2-5EE4-470D-8439-598FACAC2AA8}" type="presOf" srcId="{69041103-30DE-4091-874D-0DF4414544AC}" destId="{057543AA-7E79-478C-96FD-991184C882DF}" srcOrd="0" destOrd="2" presId="urn:microsoft.com/office/officeart/2005/8/layout/hList1"/>
    <dgm:cxn modelId="{1F99FDF2-CA7B-4FB6-861B-414862D4C2FF}" srcId="{F97BAC8D-AD84-48D8-BCDD-39CA588F5607}" destId="{41B6C5D0-1F80-4E0A-A4E5-D4352FC25406}" srcOrd="0" destOrd="0" parTransId="{B0FC0E0A-1011-4D42-9098-00173C8A0AA0}" sibTransId="{370C7311-D70A-4E47-9DBC-DE088CE4376A}"/>
    <dgm:cxn modelId="{7EB32BFC-67A5-46D5-967B-9B498C8D65F5}" srcId="{8087E565-CBCF-4F49-8199-823C1D6ECEBD}" destId="{CA4A0135-073D-43C6-9465-A69D8FD557C2}" srcOrd="0" destOrd="0" parTransId="{35F4F1AB-0EAF-4763-9A63-09C6E934D529}" sibTransId="{02CBE981-71A4-4549-88AA-4CF757960FAC}"/>
    <dgm:cxn modelId="{5C4AA282-EF21-4C24-A228-0B0CB2EF2C56}" type="presParOf" srcId="{A692F2B6-793E-472D-B691-AA4466D35B89}" destId="{F1295CFA-A98E-429D-9E1C-F4F5236ED9C3}" srcOrd="0" destOrd="0" presId="urn:microsoft.com/office/officeart/2005/8/layout/hList1"/>
    <dgm:cxn modelId="{73684D41-0C5E-4396-91E4-F8C22F5B06B7}" type="presParOf" srcId="{F1295CFA-A98E-429D-9E1C-F4F5236ED9C3}" destId="{E5EE02E1-E022-47E4-AA71-13A3E1FC53E4}" srcOrd="0" destOrd="0" presId="urn:microsoft.com/office/officeart/2005/8/layout/hList1"/>
    <dgm:cxn modelId="{03C652DC-240F-4DBA-A6D8-FB5AC71906EB}" type="presParOf" srcId="{F1295CFA-A98E-429D-9E1C-F4F5236ED9C3}" destId="{8D0C192C-75D7-4D56-AAFD-196F352AB16F}" srcOrd="1" destOrd="0" presId="urn:microsoft.com/office/officeart/2005/8/layout/hList1"/>
    <dgm:cxn modelId="{F8A14EFD-426E-493C-A44D-7A0B68800BEB}" type="presParOf" srcId="{A692F2B6-793E-472D-B691-AA4466D35B89}" destId="{27AEBAAC-C706-4387-9614-C331EF665D14}" srcOrd="1" destOrd="0" presId="urn:microsoft.com/office/officeart/2005/8/layout/hList1"/>
    <dgm:cxn modelId="{67D49649-E18E-4882-97D7-C8D7C7201396}" type="presParOf" srcId="{A692F2B6-793E-472D-B691-AA4466D35B89}" destId="{3C602945-E5D7-45D9-B075-F515BE849839}" srcOrd="2" destOrd="0" presId="urn:microsoft.com/office/officeart/2005/8/layout/hList1"/>
    <dgm:cxn modelId="{E0CDC05A-ED69-4C87-B648-C96FB25FAB5C}" type="presParOf" srcId="{3C602945-E5D7-45D9-B075-F515BE849839}" destId="{198AE81C-4327-4BA5-AFEB-6ADAC9F426D1}" srcOrd="0" destOrd="0" presId="urn:microsoft.com/office/officeart/2005/8/layout/hList1"/>
    <dgm:cxn modelId="{133F9112-8425-466E-83CE-0BFF028872F1}" type="presParOf" srcId="{3C602945-E5D7-45D9-B075-F515BE849839}" destId="{D09CBD67-6E2C-4054-A75C-F1FF2C025E00}" srcOrd="1" destOrd="0" presId="urn:microsoft.com/office/officeart/2005/8/layout/hList1"/>
    <dgm:cxn modelId="{CED8D86A-16D1-4AF3-B394-9733599B4891}" type="presParOf" srcId="{A692F2B6-793E-472D-B691-AA4466D35B89}" destId="{7C967C6B-57CD-46E8-B751-F8699E3F6001}" srcOrd="3" destOrd="0" presId="urn:microsoft.com/office/officeart/2005/8/layout/hList1"/>
    <dgm:cxn modelId="{BE4A615E-6BBC-4BC3-8043-281ACA2D5C14}" type="presParOf" srcId="{A692F2B6-793E-472D-B691-AA4466D35B89}" destId="{B5A31D62-D907-4797-BA33-3DA66DD11D04}" srcOrd="4" destOrd="0" presId="urn:microsoft.com/office/officeart/2005/8/layout/hList1"/>
    <dgm:cxn modelId="{4CCF03AD-1CF8-4343-960B-0341BA8E7043}" type="presParOf" srcId="{B5A31D62-D907-4797-BA33-3DA66DD11D04}" destId="{DB317010-7524-4971-AC48-40B5849F9188}" srcOrd="0" destOrd="0" presId="urn:microsoft.com/office/officeart/2005/8/layout/hList1"/>
    <dgm:cxn modelId="{C4AECB22-0925-44B5-BC40-EEC267456089}" type="presParOf" srcId="{B5A31D62-D907-4797-BA33-3DA66DD11D04}" destId="{057543AA-7E79-478C-96FD-991184C882D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232C3A-ECA3-4E89-A268-8982F5AAB655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096902-CEB5-4DEA-B105-40605333524C}">
      <dgm:prSet/>
      <dgm:spPr/>
      <dgm:t>
        <a:bodyPr/>
        <a:lstStyle/>
        <a:p>
          <a:r>
            <a:rPr lang="en-US" b="1" dirty="0"/>
            <a:t>Goal 1: Expand Educational and Skill Development Programs  </a:t>
          </a:r>
        </a:p>
      </dgm:t>
    </dgm:pt>
    <dgm:pt modelId="{DD51CFB5-8CD4-4C39-A045-DA0887EEC3F7}" type="parTrans" cxnId="{5E2D9111-5FE7-40BF-B4BB-0F44D901F494}">
      <dgm:prSet/>
      <dgm:spPr/>
      <dgm:t>
        <a:bodyPr/>
        <a:lstStyle/>
        <a:p>
          <a:endParaRPr lang="en-US"/>
        </a:p>
      </dgm:t>
    </dgm:pt>
    <dgm:pt modelId="{69256906-6406-4F00-9BFC-31C662CFE3E9}" type="sibTrans" cxnId="{5E2D9111-5FE7-40BF-B4BB-0F44D901F494}">
      <dgm:prSet/>
      <dgm:spPr/>
      <dgm:t>
        <a:bodyPr/>
        <a:lstStyle/>
        <a:p>
          <a:endParaRPr lang="en-US"/>
        </a:p>
      </dgm:t>
    </dgm:pt>
    <dgm:pt modelId="{F4928BA9-CA80-4026-9270-59718484587D}">
      <dgm:prSet/>
      <dgm:spPr/>
      <dgm:t>
        <a:bodyPr/>
        <a:lstStyle/>
        <a:p>
          <a:r>
            <a:rPr lang="en-US" dirty="0"/>
            <a:t>Scale the Quality Education Initiative  </a:t>
          </a:r>
        </a:p>
      </dgm:t>
    </dgm:pt>
    <dgm:pt modelId="{16A53769-CFD6-4F4D-908E-869789FFDF7E}" type="parTrans" cxnId="{ED354149-3AEF-4D75-9A57-139044645956}">
      <dgm:prSet/>
      <dgm:spPr/>
      <dgm:t>
        <a:bodyPr/>
        <a:lstStyle/>
        <a:p>
          <a:endParaRPr lang="en-US"/>
        </a:p>
      </dgm:t>
    </dgm:pt>
    <dgm:pt modelId="{CA88C45E-EA31-4AFA-96BB-E7D116DEC4CA}" type="sibTrans" cxnId="{ED354149-3AEF-4D75-9A57-139044645956}">
      <dgm:prSet/>
      <dgm:spPr/>
      <dgm:t>
        <a:bodyPr/>
        <a:lstStyle/>
        <a:p>
          <a:endParaRPr lang="en-US"/>
        </a:p>
      </dgm:t>
    </dgm:pt>
    <dgm:pt modelId="{58740C23-1870-4C61-BC5B-661DEA630AC4}">
      <dgm:prSet/>
      <dgm:spPr/>
      <dgm:t>
        <a:bodyPr/>
        <a:lstStyle/>
        <a:p>
          <a:r>
            <a:rPr lang="en-US"/>
            <a:t>Launch new vocational training programs  </a:t>
          </a:r>
        </a:p>
      </dgm:t>
    </dgm:pt>
    <dgm:pt modelId="{E7C99E1D-A87B-4BA3-8B87-17209719FACA}" type="parTrans" cxnId="{5369B137-A341-454F-8435-CBC6170D2C5A}">
      <dgm:prSet/>
      <dgm:spPr/>
      <dgm:t>
        <a:bodyPr/>
        <a:lstStyle/>
        <a:p>
          <a:endParaRPr lang="en-US"/>
        </a:p>
      </dgm:t>
    </dgm:pt>
    <dgm:pt modelId="{1340A4F1-53EE-407A-83D9-0C90583A97D9}" type="sibTrans" cxnId="{5369B137-A341-454F-8435-CBC6170D2C5A}">
      <dgm:prSet/>
      <dgm:spPr/>
      <dgm:t>
        <a:bodyPr/>
        <a:lstStyle/>
        <a:p>
          <a:endParaRPr lang="en-US"/>
        </a:p>
      </dgm:t>
    </dgm:pt>
    <dgm:pt modelId="{C78C38C7-7A53-4CBF-99E6-AF7436EB471D}">
      <dgm:prSet/>
      <dgm:spPr/>
      <dgm:t>
        <a:bodyPr/>
        <a:lstStyle/>
        <a:p>
          <a:r>
            <a:rPr lang="en-US"/>
            <a:t>Expand mentorship programs to rural areas  </a:t>
          </a:r>
        </a:p>
      </dgm:t>
    </dgm:pt>
    <dgm:pt modelId="{B5831F5C-EEB6-4B59-9315-6F440DF80358}" type="parTrans" cxnId="{B827FCA1-B49B-44DD-A763-42C8917E69B2}">
      <dgm:prSet/>
      <dgm:spPr/>
      <dgm:t>
        <a:bodyPr/>
        <a:lstStyle/>
        <a:p>
          <a:endParaRPr lang="en-US"/>
        </a:p>
      </dgm:t>
    </dgm:pt>
    <dgm:pt modelId="{E6035B85-77DD-494F-98F6-2DB959B4C9F8}" type="sibTrans" cxnId="{B827FCA1-B49B-44DD-A763-42C8917E69B2}">
      <dgm:prSet/>
      <dgm:spPr/>
      <dgm:t>
        <a:bodyPr/>
        <a:lstStyle/>
        <a:p>
          <a:endParaRPr lang="en-US"/>
        </a:p>
      </dgm:t>
    </dgm:pt>
    <dgm:pt modelId="{526CEA87-CBFF-4C3A-93D3-67B6F2A89129}">
      <dgm:prSet/>
      <dgm:spPr/>
      <dgm:t>
        <a:bodyPr/>
        <a:lstStyle/>
        <a:p>
          <a:r>
            <a:rPr lang="en-US" b="1" dirty="0"/>
            <a:t>Goal 2: Strengthen Mental Health and Well-being Initiatives  </a:t>
          </a:r>
        </a:p>
      </dgm:t>
    </dgm:pt>
    <dgm:pt modelId="{5D40A5FE-6BBD-4360-A30C-BCA226D0DCD0}" type="parTrans" cxnId="{C14E113B-A7E7-4DD4-A8CE-1855924BAF7F}">
      <dgm:prSet/>
      <dgm:spPr/>
      <dgm:t>
        <a:bodyPr/>
        <a:lstStyle/>
        <a:p>
          <a:endParaRPr lang="en-US"/>
        </a:p>
      </dgm:t>
    </dgm:pt>
    <dgm:pt modelId="{ABB8500C-A02F-4923-80EC-DF4327877740}" type="sibTrans" cxnId="{C14E113B-A7E7-4DD4-A8CE-1855924BAF7F}">
      <dgm:prSet/>
      <dgm:spPr/>
      <dgm:t>
        <a:bodyPr/>
        <a:lstStyle/>
        <a:p>
          <a:endParaRPr lang="en-US"/>
        </a:p>
      </dgm:t>
    </dgm:pt>
    <dgm:pt modelId="{CA51C6CD-D3E5-4F96-87EB-1BB0F58AD910}">
      <dgm:prSet/>
      <dgm:spPr/>
      <dgm:t>
        <a:bodyPr/>
        <a:lstStyle/>
        <a:p>
          <a:r>
            <a:rPr lang="en-US"/>
            <a:t>Implement digital mental health services  </a:t>
          </a:r>
        </a:p>
      </dgm:t>
    </dgm:pt>
    <dgm:pt modelId="{4D9A5F0E-A697-424A-B41F-118C2DBA2C97}" type="parTrans" cxnId="{52A7374D-8FFC-4A8B-AAFF-2E33515B749A}">
      <dgm:prSet/>
      <dgm:spPr/>
      <dgm:t>
        <a:bodyPr/>
        <a:lstStyle/>
        <a:p>
          <a:endParaRPr lang="en-US"/>
        </a:p>
      </dgm:t>
    </dgm:pt>
    <dgm:pt modelId="{68E2F4C1-411F-47CC-A873-846DC640D97D}" type="sibTrans" cxnId="{52A7374D-8FFC-4A8B-AAFF-2E33515B749A}">
      <dgm:prSet/>
      <dgm:spPr/>
      <dgm:t>
        <a:bodyPr/>
        <a:lstStyle/>
        <a:p>
          <a:endParaRPr lang="en-US"/>
        </a:p>
      </dgm:t>
    </dgm:pt>
    <dgm:pt modelId="{044CEF18-F70E-48A2-8DE2-30FDA894973F}">
      <dgm:prSet/>
      <dgm:spPr/>
      <dgm:t>
        <a:bodyPr/>
        <a:lstStyle/>
        <a:p>
          <a:r>
            <a:rPr lang="en-US"/>
            <a:t>Conduct quarterly mental health seminars  </a:t>
          </a:r>
        </a:p>
      </dgm:t>
    </dgm:pt>
    <dgm:pt modelId="{3B14442E-58E4-4BE5-A8D4-DA941B06B86A}" type="parTrans" cxnId="{BB09A5E1-B0FA-4DFA-975D-F4A0F6584222}">
      <dgm:prSet/>
      <dgm:spPr/>
      <dgm:t>
        <a:bodyPr/>
        <a:lstStyle/>
        <a:p>
          <a:endParaRPr lang="en-US"/>
        </a:p>
      </dgm:t>
    </dgm:pt>
    <dgm:pt modelId="{73E39CDB-7A4B-4BB2-A659-B925218AD54E}" type="sibTrans" cxnId="{BB09A5E1-B0FA-4DFA-975D-F4A0F6584222}">
      <dgm:prSet/>
      <dgm:spPr/>
      <dgm:t>
        <a:bodyPr/>
        <a:lstStyle/>
        <a:p>
          <a:endParaRPr lang="en-US"/>
        </a:p>
      </dgm:t>
    </dgm:pt>
    <dgm:pt modelId="{03557767-82B2-4C6A-A07A-84F152E937E6}">
      <dgm:prSet/>
      <dgm:spPr/>
      <dgm:t>
        <a:bodyPr/>
        <a:lstStyle/>
        <a:p>
          <a:r>
            <a:rPr lang="en-US" b="1" dirty="0"/>
            <a:t>Goal 3: Leverage Technology for Education and Health  </a:t>
          </a:r>
        </a:p>
      </dgm:t>
    </dgm:pt>
    <dgm:pt modelId="{F7FFA84B-6EA6-4B88-BF07-C5EFFC76F7E2}" type="parTrans" cxnId="{F23E58D5-A815-4BD2-80FE-B025E9E23B75}">
      <dgm:prSet/>
      <dgm:spPr/>
      <dgm:t>
        <a:bodyPr/>
        <a:lstStyle/>
        <a:p>
          <a:endParaRPr lang="en-US"/>
        </a:p>
      </dgm:t>
    </dgm:pt>
    <dgm:pt modelId="{C3D9343E-2942-490F-8B0B-AF2D533C925F}" type="sibTrans" cxnId="{F23E58D5-A815-4BD2-80FE-B025E9E23B75}">
      <dgm:prSet/>
      <dgm:spPr/>
      <dgm:t>
        <a:bodyPr/>
        <a:lstStyle/>
        <a:p>
          <a:endParaRPr lang="en-US"/>
        </a:p>
      </dgm:t>
    </dgm:pt>
    <dgm:pt modelId="{02B25DA1-E829-4809-83B0-E352170E06D4}">
      <dgm:prSet/>
      <dgm:spPr/>
      <dgm:t>
        <a:bodyPr/>
        <a:lstStyle/>
        <a:p>
          <a:r>
            <a:rPr lang="en-US"/>
            <a:t>Develop and launch an online learning platform  </a:t>
          </a:r>
        </a:p>
      </dgm:t>
    </dgm:pt>
    <dgm:pt modelId="{35B1C957-4C68-4877-980F-A4E30D4C9987}" type="parTrans" cxnId="{23312497-42DE-451B-8981-F030C5A637AA}">
      <dgm:prSet/>
      <dgm:spPr/>
      <dgm:t>
        <a:bodyPr/>
        <a:lstStyle/>
        <a:p>
          <a:endParaRPr lang="en-US"/>
        </a:p>
      </dgm:t>
    </dgm:pt>
    <dgm:pt modelId="{BEFAC041-D1B2-4666-9360-795DF803EAD9}" type="sibTrans" cxnId="{23312497-42DE-451B-8981-F030C5A637AA}">
      <dgm:prSet/>
      <dgm:spPr/>
      <dgm:t>
        <a:bodyPr/>
        <a:lstStyle/>
        <a:p>
          <a:endParaRPr lang="en-US"/>
        </a:p>
      </dgm:t>
    </dgm:pt>
    <dgm:pt modelId="{FE40387D-945F-4333-BC18-9A0C42C07A35}">
      <dgm:prSet/>
      <dgm:spPr/>
      <dgm:t>
        <a:bodyPr/>
        <a:lstStyle/>
        <a:p>
          <a:r>
            <a:rPr lang="en-US"/>
            <a:t>Use social media &amp; mobile apps to reach 5,000 youth </a:t>
          </a:r>
        </a:p>
      </dgm:t>
    </dgm:pt>
    <dgm:pt modelId="{9CEFE170-DC6C-4B3F-AAD6-0B85302E1B38}" type="parTrans" cxnId="{7105168F-CA4F-4C00-85CE-7357FD79AC93}">
      <dgm:prSet/>
      <dgm:spPr/>
      <dgm:t>
        <a:bodyPr/>
        <a:lstStyle/>
        <a:p>
          <a:endParaRPr lang="en-US"/>
        </a:p>
      </dgm:t>
    </dgm:pt>
    <dgm:pt modelId="{5FD80224-5763-4C1F-B375-B1D0893D6613}" type="sibTrans" cxnId="{7105168F-CA4F-4C00-85CE-7357FD79AC93}">
      <dgm:prSet/>
      <dgm:spPr/>
      <dgm:t>
        <a:bodyPr/>
        <a:lstStyle/>
        <a:p>
          <a:endParaRPr lang="en-US"/>
        </a:p>
      </dgm:t>
    </dgm:pt>
    <dgm:pt modelId="{40F21F7A-6EC8-4951-B2A8-74DBECB5DE3D}" type="pres">
      <dgm:prSet presAssocID="{B3232C3A-ECA3-4E89-A268-8982F5AAB655}" presName="Name0" presStyleCnt="0">
        <dgm:presLayoutVars>
          <dgm:dir/>
          <dgm:animLvl val="lvl"/>
          <dgm:resizeHandles val="exact"/>
        </dgm:presLayoutVars>
      </dgm:prSet>
      <dgm:spPr/>
    </dgm:pt>
    <dgm:pt modelId="{FC02E7D8-0750-4B9A-8734-090618483F06}" type="pres">
      <dgm:prSet presAssocID="{B0096902-CEB5-4DEA-B105-40605333524C}" presName="composite" presStyleCnt="0"/>
      <dgm:spPr/>
    </dgm:pt>
    <dgm:pt modelId="{9129B3AA-EC3F-4E71-9D31-C74AC5FAF080}" type="pres">
      <dgm:prSet presAssocID="{B0096902-CEB5-4DEA-B105-4060533352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E79600E-4BBF-48DC-A4C7-9EFAF1E88C2C}" type="pres">
      <dgm:prSet presAssocID="{B0096902-CEB5-4DEA-B105-40605333524C}" presName="desTx" presStyleLbl="alignAccFollowNode1" presStyleIdx="0" presStyleCnt="3">
        <dgm:presLayoutVars>
          <dgm:bulletEnabled val="1"/>
        </dgm:presLayoutVars>
      </dgm:prSet>
      <dgm:spPr/>
    </dgm:pt>
    <dgm:pt modelId="{9D994093-46F0-422F-A203-6173D4774FA2}" type="pres">
      <dgm:prSet presAssocID="{69256906-6406-4F00-9BFC-31C662CFE3E9}" presName="space" presStyleCnt="0"/>
      <dgm:spPr/>
    </dgm:pt>
    <dgm:pt modelId="{0F146383-3D24-4563-B764-07C93A667520}" type="pres">
      <dgm:prSet presAssocID="{526CEA87-CBFF-4C3A-93D3-67B6F2A89129}" presName="composite" presStyleCnt="0"/>
      <dgm:spPr/>
    </dgm:pt>
    <dgm:pt modelId="{29A583CA-0FF3-438E-A68A-173B9D26D6C1}" type="pres">
      <dgm:prSet presAssocID="{526CEA87-CBFF-4C3A-93D3-67B6F2A891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9EA69E0-262E-4C18-A153-9F5B622DEE1D}" type="pres">
      <dgm:prSet presAssocID="{526CEA87-CBFF-4C3A-93D3-67B6F2A89129}" presName="desTx" presStyleLbl="alignAccFollowNode1" presStyleIdx="1" presStyleCnt="3">
        <dgm:presLayoutVars>
          <dgm:bulletEnabled val="1"/>
        </dgm:presLayoutVars>
      </dgm:prSet>
      <dgm:spPr/>
    </dgm:pt>
    <dgm:pt modelId="{9D50D495-73C9-47D6-9DBC-D4E27E052D34}" type="pres">
      <dgm:prSet presAssocID="{ABB8500C-A02F-4923-80EC-DF4327877740}" presName="space" presStyleCnt="0"/>
      <dgm:spPr/>
    </dgm:pt>
    <dgm:pt modelId="{C58FAB5D-A166-47FD-9766-FE2BC037F9C9}" type="pres">
      <dgm:prSet presAssocID="{03557767-82B2-4C6A-A07A-84F152E937E6}" presName="composite" presStyleCnt="0"/>
      <dgm:spPr/>
    </dgm:pt>
    <dgm:pt modelId="{FF5277DB-B3A0-42D3-AF5D-21E4BA6E1CFB}" type="pres">
      <dgm:prSet presAssocID="{03557767-82B2-4C6A-A07A-84F152E937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2FE14FE-0BBE-43DD-AE81-6A955B39F640}" type="pres">
      <dgm:prSet presAssocID="{03557767-82B2-4C6A-A07A-84F152E937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09C4200-BBED-4EA9-AEDC-66E6C9A350E4}" type="presOf" srcId="{02B25DA1-E829-4809-83B0-E352170E06D4}" destId="{B2FE14FE-0BBE-43DD-AE81-6A955B39F640}" srcOrd="0" destOrd="0" presId="urn:microsoft.com/office/officeart/2005/8/layout/hList1"/>
    <dgm:cxn modelId="{72C47B09-4E75-4254-8450-03A633048010}" type="presOf" srcId="{FE40387D-945F-4333-BC18-9A0C42C07A35}" destId="{B2FE14FE-0BBE-43DD-AE81-6A955B39F640}" srcOrd="0" destOrd="1" presId="urn:microsoft.com/office/officeart/2005/8/layout/hList1"/>
    <dgm:cxn modelId="{5E2D9111-5FE7-40BF-B4BB-0F44D901F494}" srcId="{B3232C3A-ECA3-4E89-A268-8982F5AAB655}" destId="{B0096902-CEB5-4DEA-B105-40605333524C}" srcOrd="0" destOrd="0" parTransId="{DD51CFB5-8CD4-4C39-A045-DA0887EEC3F7}" sibTransId="{69256906-6406-4F00-9BFC-31C662CFE3E9}"/>
    <dgm:cxn modelId="{36380314-6EDB-41B3-BB00-2EFE048D1035}" type="presOf" srcId="{B0096902-CEB5-4DEA-B105-40605333524C}" destId="{9129B3AA-EC3F-4E71-9D31-C74AC5FAF080}" srcOrd="0" destOrd="0" presId="urn:microsoft.com/office/officeart/2005/8/layout/hList1"/>
    <dgm:cxn modelId="{87FF7521-66CC-400F-AF0C-ED21DDB07491}" type="presOf" srcId="{F4928BA9-CA80-4026-9270-59718484587D}" destId="{2E79600E-4BBF-48DC-A4C7-9EFAF1E88C2C}" srcOrd="0" destOrd="0" presId="urn:microsoft.com/office/officeart/2005/8/layout/hList1"/>
    <dgm:cxn modelId="{5369B137-A341-454F-8435-CBC6170D2C5A}" srcId="{B0096902-CEB5-4DEA-B105-40605333524C}" destId="{58740C23-1870-4C61-BC5B-661DEA630AC4}" srcOrd="1" destOrd="0" parTransId="{E7C99E1D-A87B-4BA3-8B87-17209719FACA}" sibTransId="{1340A4F1-53EE-407A-83D9-0C90583A97D9}"/>
    <dgm:cxn modelId="{C14E113B-A7E7-4DD4-A8CE-1855924BAF7F}" srcId="{B3232C3A-ECA3-4E89-A268-8982F5AAB655}" destId="{526CEA87-CBFF-4C3A-93D3-67B6F2A89129}" srcOrd="1" destOrd="0" parTransId="{5D40A5FE-6BBD-4360-A30C-BCA226D0DCD0}" sibTransId="{ABB8500C-A02F-4923-80EC-DF4327877740}"/>
    <dgm:cxn modelId="{ED354149-3AEF-4D75-9A57-139044645956}" srcId="{B0096902-CEB5-4DEA-B105-40605333524C}" destId="{F4928BA9-CA80-4026-9270-59718484587D}" srcOrd="0" destOrd="0" parTransId="{16A53769-CFD6-4F4D-908E-869789FFDF7E}" sibTransId="{CA88C45E-EA31-4AFA-96BB-E7D116DEC4CA}"/>
    <dgm:cxn modelId="{52A7374D-8FFC-4A8B-AAFF-2E33515B749A}" srcId="{526CEA87-CBFF-4C3A-93D3-67B6F2A89129}" destId="{CA51C6CD-D3E5-4F96-87EB-1BB0F58AD910}" srcOrd="0" destOrd="0" parTransId="{4D9A5F0E-A697-424A-B41F-118C2DBA2C97}" sibTransId="{68E2F4C1-411F-47CC-A873-846DC640D97D}"/>
    <dgm:cxn modelId="{8413EF78-C55D-4E34-A3B4-7FA11B84D329}" type="presOf" srcId="{CA51C6CD-D3E5-4F96-87EB-1BB0F58AD910}" destId="{09EA69E0-262E-4C18-A153-9F5B622DEE1D}" srcOrd="0" destOrd="0" presId="urn:microsoft.com/office/officeart/2005/8/layout/hList1"/>
    <dgm:cxn modelId="{C8D64182-7D2F-4FFF-B70A-D4C048D88976}" type="presOf" srcId="{C78C38C7-7A53-4CBF-99E6-AF7436EB471D}" destId="{2E79600E-4BBF-48DC-A4C7-9EFAF1E88C2C}" srcOrd="0" destOrd="2" presId="urn:microsoft.com/office/officeart/2005/8/layout/hList1"/>
    <dgm:cxn modelId="{7105168F-CA4F-4C00-85CE-7357FD79AC93}" srcId="{03557767-82B2-4C6A-A07A-84F152E937E6}" destId="{FE40387D-945F-4333-BC18-9A0C42C07A35}" srcOrd="1" destOrd="0" parTransId="{9CEFE170-DC6C-4B3F-AAD6-0B85302E1B38}" sibTransId="{5FD80224-5763-4C1F-B375-B1D0893D6613}"/>
    <dgm:cxn modelId="{23312497-42DE-451B-8981-F030C5A637AA}" srcId="{03557767-82B2-4C6A-A07A-84F152E937E6}" destId="{02B25DA1-E829-4809-83B0-E352170E06D4}" srcOrd="0" destOrd="0" parTransId="{35B1C957-4C68-4877-980F-A4E30D4C9987}" sibTransId="{BEFAC041-D1B2-4666-9360-795DF803EAD9}"/>
    <dgm:cxn modelId="{B827FCA1-B49B-44DD-A763-42C8917E69B2}" srcId="{B0096902-CEB5-4DEA-B105-40605333524C}" destId="{C78C38C7-7A53-4CBF-99E6-AF7436EB471D}" srcOrd="2" destOrd="0" parTransId="{B5831F5C-EEB6-4B59-9315-6F440DF80358}" sibTransId="{E6035B85-77DD-494F-98F6-2DB959B4C9F8}"/>
    <dgm:cxn modelId="{8D3AD4BA-A9BC-45C0-AEA2-558A8F5AD4CA}" type="presOf" srcId="{58740C23-1870-4C61-BC5B-661DEA630AC4}" destId="{2E79600E-4BBF-48DC-A4C7-9EFAF1E88C2C}" srcOrd="0" destOrd="1" presId="urn:microsoft.com/office/officeart/2005/8/layout/hList1"/>
    <dgm:cxn modelId="{C16318CB-E02F-4B93-9B27-F7CC89B2B1AF}" type="presOf" srcId="{03557767-82B2-4C6A-A07A-84F152E937E6}" destId="{FF5277DB-B3A0-42D3-AF5D-21E4BA6E1CFB}" srcOrd="0" destOrd="0" presId="urn:microsoft.com/office/officeart/2005/8/layout/hList1"/>
    <dgm:cxn modelId="{F23E58D5-A815-4BD2-80FE-B025E9E23B75}" srcId="{B3232C3A-ECA3-4E89-A268-8982F5AAB655}" destId="{03557767-82B2-4C6A-A07A-84F152E937E6}" srcOrd="2" destOrd="0" parTransId="{F7FFA84B-6EA6-4B88-BF07-C5EFFC76F7E2}" sibTransId="{C3D9343E-2942-490F-8B0B-AF2D533C925F}"/>
    <dgm:cxn modelId="{BB09A5E1-B0FA-4DFA-975D-F4A0F6584222}" srcId="{526CEA87-CBFF-4C3A-93D3-67B6F2A89129}" destId="{044CEF18-F70E-48A2-8DE2-30FDA894973F}" srcOrd="1" destOrd="0" parTransId="{3B14442E-58E4-4BE5-A8D4-DA941B06B86A}" sibTransId="{73E39CDB-7A4B-4BB2-A659-B925218AD54E}"/>
    <dgm:cxn modelId="{512AE8EB-F30C-4357-B823-A5E7A7E56389}" type="presOf" srcId="{044CEF18-F70E-48A2-8DE2-30FDA894973F}" destId="{09EA69E0-262E-4C18-A153-9F5B622DEE1D}" srcOrd="0" destOrd="1" presId="urn:microsoft.com/office/officeart/2005/8/layout/hList1"/>
    <dgm:cxn modelId="{40575AF0-AFB5-479B-8ED8-F0EC0C2B13E9}" type="presOf" srcId="{526CEA87-CBFF-4C3A-93D3-67B6F2A89129}" destId="{29A583CA-0FF3-438E-A68A-173B9D26D6C1}" srcOrd="0" destOrd="0" presId="urn:microsoft.com/office/officeart/2005/8/layout/hList1"/>
    <dgm:cxn modelId="{48D977FB-0E01-4B88-81DD-840560159B32}" type="presOf" srcId="{B3232C3A-ECA3-4E89-A268-8982F5AAB655}" destId="{40F21F7A-6EC8-4951-B2A8-74DBECB5DE3D}" srcOrd="0" destOrd="0" presId="urn:microsoft.com/office/officeart/2005/8/layout/hList1"/>
    <dgm:cxn modelId="{A4F93E19-C791-4274-919D-10ADD5280A43}" type="presParOf" srcId="{40F21F7A-6EC8-4951-B2A8-74DBECB5DE3D}" destId="{FC02E7D8-0750-4B9A-8734-090618483F06}" srcOrd="0" destOrd="0" presId="urn:microsoft.com/office/officeart/2005/8/layout/hList1"/>
    <dgm:cxn modelId="{8BB8A693-F655-433E-A355-EF7871163374}" type="presParOf" srcId="{FC02E7D8-0750-4B9A-8734-090618483F06}" destId="{9129B3AA-EC3F-4E71-9D31-C74AC5FAF080}" srcOrd="0" destOrd="0" presId="urn:microsoft.com/office/officeart/2005/8/layout/hList1"/>
    <dgm:cxn modelId="{9E1BBF3C-F2A7-4A5D-AC00-AA4BC7B5D5E8}" type="presParOf" srcId="{FC02E7D8-0750-4B9A-8734-090618483F06}" destId="{2E79600E-4BBF-48DC-A4C7-9EFAF1E88C2C}" srcOrd="1" destOrd="0" presId="urn:microsoft.com/office/officeart/2005/8/layout/hList1"/>
    <dgm:cxn modelId="{96ACBD2E-05AC-4310-8152-4FDDADB1B2A9}" type="presParOf" srcId="{40F21F7A-6EC8-4951-B2A8-74DBECB5DE3D}" destId="{9D994093-46F0-422F-A203-6173D4774FA2}" srcOrd="1" destOrd="0" presId="urn:microsoft.com/office/officeart/2005/8/layout/hList1"/>
    <dgm:cxn modelId="{A95082C9-54E2-4519-A296-49E92518E382}" type="presParOf" srcId="{40F21F7A-6EC8-4951-B2A8-74DBECB5DE3D}" destId="{0F146383-3D24-4563-B764-07C93A667520}" srcOrd="2" destOrd="0" presId="urn:microsoft.com/office/officeart/2005/8/layout/hList1"/>
    <dgm:cxn modelId="{018E234C-7E90-4EBC-BAC5-91E54037A51F}" type="presParOf" srcId="{0F146383-3D24-4563-B764-07C93A667520}" destId="{29A583CA-0FF3-438E-A68A-173B9D26D6C1}" srcOrd="0" destOrd="0" presId="urn:microsoft.com/office/officeart/2005/8/layout/hList1"/>
    <dgm:cxn modelId="{17CB9313-C7D3-4B1A-9C23-BE1A8F8F4E18}" type="presParOf" srcId="{0F146383-3D24-4563-B764-07C93A667520}" destId="{09EA69E0-262E-4C18-A153-9F5B622DEE1D}" srcOrd="1" destOrd="0" presId="urn:microsoft.com/office/officeart/2005/8/layout/hList1"/>
    <dgm:cxn modelId="{FB5D50CC-F29A-4083-BA43-A0BBCC22337C}" type="presParOf" srcId="{40F21F7A-6EC8-4951-B2A8-74DBECB5DE3D}" destId="{9D50D495-73C9-47D6-9DBC-D4E27E052D34}" srcOrd="3" destOrd="0" presId="urn:microsoft.com/office/officeart/2005/8/layout/hList1"/>
    <dgm:cxn modelId="{FD30A2CE-B469-4F78-AC02-A8D36BA5A9A2}" type="presParOf" srcId="{40F21F7A-6EC8-4951-B2A8-74DBECB5DE3D}" destId="{C58FAB5D-A166-47FD-9766-FE2BC037F9C9}" srcOrd="4" destOrd="0" presId="urn:microsoft.com/office/officeart/2005/8/layout/hList1"/>
    <dgm:cxn modelId="{2B3E3B1F-E668-4C43-A7EA-9D11F7A4CEB6}" type="presParOf" srcId="{C58FAB5D-A166-47FD-9766-FE2BC037F9C9}" destId="{FF5277DB-B3A0-42D3-AF5D-21E4BA6E1CFB}" srcOrd="0" destOrd="0" presId="urn:microsoft.com/office/officeart/2005/8/layout/hList1"/>
    <dgm:cxn modelId="{2BAC6058-7427-4C9F-A707-79CC2985D1CE}" type="presParOf" srcId="{C58FAB5D-A166-47FD-9766-FE2BC037F9C9}" destId="{B2FE14FE-0BBE-43DD-AE81-6A955B39F64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99785A-9CEE-4B68-80A4-9D845189730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E57B2C-8BD7-44C0-B89B-E7568767D820}">
      <dgm:prSet/>
      <dgm:spPr/>
      <dgm:t>
        <a:bodyPr/>
        <a:lstStyle/>
        <a:p>
          <a:r>
            <a:rPr lang="en-US" b="1" dirty="0"/>
            <a:t>Goal 4: Enhance Partnerships and Community Engagement  </a:t>
          </a:r>
        </a:p>
      </dgm:t>
    </dgm:pt>
    <dgm:pt modelId="{EF910691-2E4B-4112-8CF1-AE5F490E99D1}" type="parTrans" cxnId="{0C6B9053-7877-4FA9-BE51-4B1DF5837492}">
      <dgm:prSet/>
      <dgm:spPr/>
      <dgm:t>
        <a:bodyPr/>
        <a:lstStyle/>
        <a:p>
          <a:endParaRPr lang="en-US"/>
        </a:p>
      </dgm:t>
    </dgm:pt>
    <dgm:pt modelId="{1EE30383-D4AE-433C-BA2C-7151DA1591B5}" type="sibTrans" cxnId="{0C6B9053-7877-4FA9-BE51-4B1DF5837492}">
      <dgm:prSet/>
      <dgm:spPr/>
      <dgm:t>
        <a:bodyPr/>
        <a:lstStyle/>
        <a:p>
          <a:endParaRPr lang="en-US"/>
        </a:p>
      </dgm:t>
    </dgm:pt>
    <dgm:pt modelId="{ACBF6804-B3CD-4924-B295-A9A627E0E4CC}">
      <dgm:prSet/>
      <dgm:spPr/>
      <dgm:t>
        <a:bodyPr/>
        <a:lstStyle/>
        <a:p>
          <a:r>
            <a:rPr lang="en-US"/>
            <a:t>Build at least 10 new partnerships  </a:t>
          </a:r>
        </a:p>
      </dgm:t>
    </dgm:pt>
    <dgm:pt modelId="{C27A937D-319D-41BD-B73E-3AD3A5A74E8E}" type="parTrans" cxnId="{EADC7DFC-479A-41D3-8B01-1564A4C2170D}">
      <dgm:prSet/>
      <dgm:spPr/>
      <dgm:t>
        <a:bodyPr/>
        <a:lstStyle/>
        <a:p>
          <a:endParaRPr lang="en-US"/>
        </a:p>
      </dgm:t>
    </dgm:pt>
    <dgm:pt modelId="{4F2FC424-4471-40B2-9273-13833B619E61}" type="sibTrans" cxnId="{EADC7DFC-479A-41D3-8B01-1564A4C2170D}">
      <dgm:prSet/>
      <dgm:spPr/>
      <dgm:t>
        <a:bodyPr/>
        <a:lstStyle/>
        <a:p>
          <a:endParaRPr lang="en-US"/>
        </a:p>
      </dgm:t>
    </dgm:pt>
    <dgm:pt modelId="{66D1B570-B206-4A2E-BFCF-E92BA826D56D}">
      <dgm:prSet/>
      <dgm:spPr/>
      <dgm:t>
        <a:bodyPr/>
        <a:lstStyle/>
        <a:p>
          <a:r>
            <a:rPr lang="en-US"/>
            <a:t>Organize regular community awareness events  </a:t>
          </a:r>
        </a:p>
      </dgm:t>
    </dgm:pt>
    <dgm:pt modelId="{588B54B5-F285-4178-A5D8-2522D0388312}" type="parTrans" cxnId="{51ACB387-8F13-41FD-AB55-71CF44EDA978}">
      <dgm:prSet/>
      <dgm:spPr/>
      <dgm:t>
        <a:bodyPr/>
        <a:lstStyle/>
        <a:p>
          <a:endParaRPr lang="en-US"/>
        </a:p>
      </dgm:t>
    </dgm:pt>
    <dgm:pt modelId="{B6BEE97A-C67C-4CD5-A0BF-8FE33B37A363}" type="sibTrans" cxnId="{51ACB387-8F13-41FD-AB55-71CF44EDA978}">
      <dgm:prSet/>
      <dgm:spPr/>
      <dgm:t>
        <a:bodyPr/>
        <a:lstStyle/>
        <a:p>
          <a:endParaRPr lang="en-US"/>
        </a:p>
      </dgm:t>
    </dgm:pt>
    <dgm:pt modelId="{69899619-9356-474F-B013-CFB510B1060C}">
      <dgm:prSet/>
      <dgm:spPr/>
      <dgm:t>
        <a:bodyPr/>
        <a:lstStyle/>
        <a:p>
          <a:r>
            <a:rPr lang="en-US" b="1" dirty="0"/>
            <a:t>Goal 5: Strengthen Organizational Capacity and Sustainability  </a:t>
          </a:r>
        </a:p>
      </dgm:t>
    </dgm:pt>
    <dgm:pt modelId="{56068884-F791-4586-82ED-D5CCB0B57309}" type="parTrans" cxnId="{EA1C0DE6-DC22-4EA0-A20C-8AA9C8AA066D}">
      <dgm:prSet/>
      <dgm:spPr/>
      <dgm:t>
        <a:bodyPr/>
        <a:lstStyle/>
        <a:p>
          <a:endParaRPr lang="en-US"/>
        </a:p>
      </dgm:t>
    </dgm:pt>
    <dgm:pt modelId="{C17FF51C-3E13-480A-B151-A2D8D2752910}" type="sibTrans" cxnId="{EA1C0DE6-DC22-4EA0-A20C-8AA9C8AA066D}">
      <dgm:prSet/>
      <dgm:spPr/>
      <dgm:t>
        <a:bodyPr/>
        <a:lstStyle/>
        <a:p>
          <a:endParaRPr lang="en-US"/>
        </a:p>
      </dgm:t>
    </dgm:pt>
    <dgm:pt modelId="{03ADDE1D-52FA-4E3F-B636-0617D1021ED5}">
      <dgm:prSet/>
      <dgm:spPr/>
      <dgm:t>
        <a:bodyPr/>
        <a:lstStyle/>
        <a:p>
          <a:r>
            <a:rPr lang="en-US"/>
            <a:t>Establish a fundraising strategy to secure ZMW 50,000+ annually  </a:t>
          </a:r>
        </a:p>
      </dgm:t>
    </dgm:pt>
    <dgm:pt modelId="{BA6E35AB-20CB-4B47-BF89-D13B38DFC0FF}" type="parTrans" cxnId="{AE47C281-0E55-461E-8626-BD26AA072083}">
      <dgm:prSet/>
      <dgm:spPr/>
      <dgm:t>
        <a:bodyPr/>
        <a:lstStyle/>
        <a:p>
          <a:endParaRPr lang="en-US"/>
        </a:p>
      </dgm:t>
    </dgm:pt>
    <dgm:pt modelId="{0D30F91A-C286-4DE0-9CD9-41D7A18D0DC0}" type="sibTrans" cxnId="{AE47C281-0E55-461E-8626-BD26AA072083}">
      <dgm:prSet/>
      <dgm:spPr/>
      <dgm:t>
        <a:bodyPr/>
        <a:lstStyle/>
        <a:p>
          <a:endParaRPr lang="en-US"/>
        </a:p>
      </dgm:t>
    </dgm:pt>
    <dgm:pt modelId="{9F714529-EAAF-4B0A-A6D6-D2C5E75B59EB}">
      <dgm:prSet/>
      <dgm:spPr/>
      <dgm:t>
        <a:bodyPr/>
        <a:lstStyle/>
        <a:p>
          <a:r>
            <a:rPr lang="en-US"/>
            <a:t>Develop leadership capacity through training programs  </a:t>
          </a:r>
        </a:p>
      </dgm:t>
    </dgm:pt>
    <dgm:pt modelId="{B075FCA2-0040-4FE6-96C6-3B330D75085A}" type="parTrans" cxnId="{EC6100CA-40D4-4DD8-A550-D2F2F72C7808}">
      <dgm:prSet/>
      <dgm:spPr/>
      <dgm:t>
        <a:bodyPr/>
        <a:lstStyle/>
        <a:p>
          <a:endParaRPr lang="en-US"/>
        </a:p>
      </dgm:t>
    </dgm:pt>
    <dgm:pt modelId="{9869D6ED-61F5-4F70-BFC9-7C7392E27F7F}" type="sibTrans" cxnId="{EC6100CA-40D4-4DD8-A550-D2F2F72C7808}">
      <dgm:prSet/>
      <dgm:spPr/>
      <dgm:t>
        <a:bodyPr/>
        <a:lstStyle/>
        <a:p>
          <a:endParaRPr lang="en-US"/>
        </a:p>
      </dgm:t>
    </dgm:pt>
    <dgm:pt modelId="{EEB019EA-E6AB-4653-BFA5-27D500D5A4A1}">
      <dgm:prSet/>
      <dgm:spPr/>
      <dgm:t>
        <a:bodyPr/>
        <a:lstStyle/>
        <a:p>
          <a:r>
            <a:rPr lang="en-US"/>
            <a:t>-mplement a Monitoring &amp; Evaluation (M&amp;E) system </a:t>
          </a:r>
        </a:p>
      </dgm:t>
    </dgm:pt>
    <dgm:pt modelId="{595466B9-CC6F-4AD3-9EE0-3BD27721D2D1}" type="parTrans" cxnId="{C821B2BC-CB89-49DA-87E6-F8435D8175EB}">
      <dgm:prSet/>
      <dgm:spPr/>
      <dgm:t>
        <a:bodyPr/>
        <a:lstStyle/>
        <a:p>
          <a:endParaRPr lang="en-US"/>
        </a:p>
      </dgm:t>
    </dgm:pt>
    <dgm:pt modelId="{33CACFCC-7272-4339-B780-5736D3AA7665}" type="sibTrans" cxnId="{C821B2BC-CB89-49DA-87E6-F8435D8175EB}">
      <dgm:prSet/>
      <dgm:spPr/>
      <dgm:t>
        <a:bodyPr/>
        <a:lstStyle/>
        <a:p>
          <a:endParaRPr lang="en-US"/>
        </a:p>
      </dgm:t>
    </dgm:pt>
    <dgm:pt modelId="{1BC45DD2-2C88-461C-871D-FAF46EDCA758}" type="pres">
      <dgm:prSet presAssocID="{AB99785A-9CEE-4B68-80A4-9D845189730F}" presName="Name0" presStyleCnt="0">
        <dgm:presLayoutVars>
          <dgm:dir/>
          <dgm:animLvl val="lvl"/>
          <dgm:resizeHandles val="exact"/>
        </dgm:presLayoutVars>
      </dgm:prSet>
      <dgm:spPr/>
    </dgm:pt>
    <dgm:pt modelId="{F06267EB-2E9A-4C41-9D44-8415A6B4E140}" type="pres">
      <dgm:prSet presAssocID="{3EE57B2C-8BD7-44C0-B89B-E7568767D820}" presName="composite" presStyleCnt="0"/>
      <dgm:spPr/>
    </dgm:pt>
    <dgm:pt modelId="{6D9F18FC-5C16-4E0A-9A0F-3F23A174FA15}" type="pres">
      <dgm:prSet presAssocID="{3EE57B2C-8BD7-44C0-B89B-E7568767D82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86A28D7-A31E-4567-8658-C259B1E2351C}" type="pres">
      <dgm:prSet presAssocID="{3EE57B2C-8BD7-44C0-B89B-E7568767D820}" presName="desTx" presStyleLbl="alignAccFollowNode1" presStyleIdx="0" presStyleCnt="2">
        <dgm:presLayoutVars>
          <dgm:bulletEnabled val="1"/>
        </dgm:presLayoutVars>
      </dgm:prSet>
      <dgm:spPr/>
    </dgm:pt>
    <dgm:pt modelId="{557EE442-E133-429F-BF44-410F221EA59C}" type="pres">
      <dgm:prSet presAssocID="{1EE30383-D4AE-433C-BA2C-7151DA1591B5}" presName="space" presStyleCnt="0"/>
      <dgm:spPr/>
    </dgm:pt>
    <dgm:pt modelId="{68048BBD-6111-4906-9867-58E4DC650DA6}" type="pres">
      <dgm:prSet presAssocID="{69899619-9356-474F-B013-CFB510B1060C}" presName="composite" presStyleCnt="0"/>
      <dgm:spPr/>
    </dgm:pt>
    <dgm:pt modelId="{71D0F82D-D185-4D6C-88BE-4DB0900B4245}" type="pres">
      <dgm:prSet presAssocID="{69899619-9356-474F-B013-CFB510B1060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E76A291-EA16-4493-85E5-546C2F2AE2E7}" type="pres">
      <dgm:prSet presAssocID="{69899619-9356-474F-B013-CFB510B1060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37BA30E-0C01-4686-B673-AB74E5F97F7E}" type="presOf" srcId="{9F714529-EAAF-4B0A-A6D6-D2C5E75B59EB}" destId="{4E76A291-EA16-4493-85E5-546C2F2AE2E7}" srcOrd="0" destOrd="1" presId="urn:microsoft.com/office/officeart/2005/8/layout/hList1"/>
    <dgm:cxn modelId="{430A6E21-804E-4B3A-9191-F6A4BDC87E0A}" type="presOf" srcId="{03ADDE1D-52FA-4E3F-B636-0617D1021ED5}" destId="{4E76A291-EA16-4493-85E5-546C2F2AE2E7}" srcOrd="0" destOrd="0" presId="urn:microsoft.com/office/officeart/2005/8/layout/hList1"/>
    <dgm:cxn modelId="{0980365E-E906-4543-8762-611715FD53A9}" type="presOf" srcId="{3EE57B2C-8BD7-44C0-B89B-E7568767D820}" destId="{6D9F18FC-5C16-4E0A-9A0F-3F23A174FA15}" srcOrd="0" destOrd="0" presId="urn:microsoft.com/office/officeart/2005/8/layout/hList1"/>
    <dgm:cxn modelId="{0C6B9053-7877-4FA9-BE51-4B1DF5837492}" srcId="{AB99785A-9CEE-4B68-80A4-9D845189730F}" destId="{3EE57B2C-8BD7-44C0-B89B-E7568767D820}" srcOrd="0" destOrd="0" parTransId="{EF910691-2E4B-4112-8CF1-AE5F490E99D1}" sibTransId="{1EE30383-D4AE-433C-BA2C-7151DA1591B5}"/>
    <dgm:cxn modelId="{AE47C281-0E55-461E-8626-BD26AA072083}" srcId="{69899619-9356-474F-B013-CFB510B1060C}" destId="{03ADDE1D-52FA-4E3F-B636-0617D1021ED5}" srcOrd="0" destOrd="0" parTransId="{BA6E35AB-20CB-4B47-BF89-D13B38DFC0FF}" sibTransId="{0D30F91A-C286-4DE0-9CD9-41D7A18D0DC0}"/>
    <dgm:cxn modelId="{B055EE84-BAE7-4110-A15E-AA8C88A9DB3F}" type="presOf" srcId="{ACBF6804-B3CD-4924-B295-A9A627E0E4CC}" destId="{586A28D7-A31E-4567-8658-C259B1E2351C}" srcOrd="0" destOrd="0" presId="urn:microsoft.com/office/officeart/2005/8/layout/hList1"/>
    <dgm:cxn modelId="{51ACB387-8F13-41FD-AB55-71CF44EDA978}" srcId="{3EE57B2C-8BD7-44C0-B89B-E7568767D820}" destId="{66D1B570-B206-4A2E-BFCF-E92BA826D56D}" srcOrd="1" destOrd="0" parTransId="{588B54B5-F285-4178-A5D8-2522D0388312}" sibTransId="{B6BEE97A-C67C-4CD5-A0BF-8FE33B37A363}"/>
    <dgm:cxn modelId="{6494CDB6-7CBE-4795-8C8C-E8AFDED2F4F7}" type="presOf" srcId="{AB99785A-9CEE-4B68-80A4-9D845189730F}" destId="{1BC45DD2-2C88-461C-871D-FAF46EDCA758}" srcOrd="0" destOrd="0" presId="urn:microsoft.com/office/officeart/2005/8/layout/hList1"/>
    <dgm:cxn modelId="{C821B2BC-CB89-49DA-87E6-F8435D8175EB}" srcId="{69899619-9356-474F-B013-CFB510B1060C}" destId="{EEB019EA-E6AB-4653-BFA5-27D500D5A4A1}" srcOrd="2" destOrd="0" parTransId="{595466B9-CC6F-4AD3-9EE0-3BD27721D2D1}" sibTransId="{33CACFCC-7272-4339-B780-5736D3AA7665}"/>
    <dgm:cxn modelId="{EC6100CA-40D4-4DD8-A550-D2F2F72C7808}" srcId="{69899619-9356-474F-B013-CFB510B1060C}" destId="{9F714529-EAAF-4B0A-A6D6-D2C5E75B59EB}" srcOrd="1" destOrd="0" parTransId="{B075FCA2-0040-4FE6-96C6-3B330D75085A}" sibTransId="{9869D6ED-61F5-4F70-BFC9-7C7392E27F7F}"/>
    <dgm:cxn modelId="{42A10BE5-C8CA-445F-B473-5E1076DC07BB}" type="presOf" srcId="{EEB019EA-E6AB-4653-BFA5-27D500D5A4A1}" destId="{4E76A291-EA16-4493-85E5-546C2F2AE2E7}" srcOrd="0" destOrd="2" presId="urn:microsoft.com/office/officeart/2005/8/layout/hList1"/>
    <dgm:cxn modelId="{EA1C0DE6-DC22-4EA0-A20C-8AA9C8AA066D}" srcId="{AB99785A-9CEE-4B68-80A4-9D845189730F}" destId="{69899619-9356-474F-B013-CFB510B1060C}" srcOrd="1" destOrd="0" parTransId="{56068884-F791-4586-82ED-D5CCB0B57309}" sibTransId="{C17FF51C-3E13-480A-B151-A2D8D2752910}"/>
    <dgm:cxn modelId="{F90D32F5-DC99-4626-A91B-3EB996F5597F}" type="presOf" srcId="{69899619-9356-474F-B013-CFB510B1060C}" destId="{71D0F82D-D185-4D6C-88BE-4DB0900B4245}" srcOrd="0" destOrd="0" presId="urn:microsoft.com/office/officeart/2005/8/layout/hList1"/>
    <dgm:cxn modelId="{EADC7DFC-479A-41D3-8B01-1564A4C2170D}" srcId="{3EE57B2C-8BD7-44C0-B89B-E7568767D820}" destId="{ACBF6804-B3CD-4924-B295-A9A627E0E4CC}" srcOrd="0" destOrd="0" parTransId="{C27A937D-319D-41BD-B73E-3AD3A5A74E8E}" sibTransId="{4F2FC424-4471-40B2-9273-13833B619E61}"/>
    <dgm:cxn modelId="{749B48FE-C2AB-40EF-AD63-35A4403C9FF5}" type="presOf" srcId="{66D1B570-B206-4A2E-BFCF-E92BA826D56D}" destId="{586A28D7-A31E-4567-8658-C259B1E2351C}" srcOrd="0" destOrd="1" presId="urn:microsoft.com/office/officeart/2005/8/layout/hList1"/>
    <dgm:cxn modelId="{E98D9E00-D618-498D-9A6A-82CDBE5B43F2}" type="presParOf" srcId="{1BC45DD2-2C88-461C-871D-FAF46EDCA758}" destId="{F06267EB-2E9A-4C41-9D44-8415A6B4E140}" srcOrd="0" destOrd="0" presId="urn:microsoft.com/office/officeart/2005/8/layout/hList1"/>
    <dgm:cxn modelId="{BEFDCB6E-C9BD-466C-8B13-58F2B4555715}" type="presParOf" srcId="{F06267EB-2E9A-4C41-9D44-8415A6B4E140}" destId="{6D9F18FC-5C16-4E0A-9A0F-3F23A174FA15}" srcOrd="0" destOrd="0" presId="urn:microsoft.com/office/officeart/2005/8/layout/hList1"/>
    <dgm:cxn modelId="{7C232E8A-2EB0-42D6-84E4-3E36E1651260}" type="presParOf" srcId="{F06267EB-2E9A-4C41-9D44-8415A6B4E140}" destId="{586A28D7-A31E-4567-8658-C259B1E2351C}" srcOrd="1" destOrd="0" presId="urn:microsoft.com/office/officeart/2005/8/layout/hList1"/>
    <dgm:cxn modelId="{DD5B1B50-39F0-402F-A31B-07B07FA88CD0}" type="presParOf" srcId="{1BC45DD2-2C88-461C-871D-FAF46EDCA758}" destId="{557EE442-E133-429F-BF44-410F221EA59C}" srcOrd="1" destOrd="0" presId="urn:microsoft.com/office/officeart/2005/8/layout/hList1"/>
    <dgm:cxn modelId="{7D093A2F-F547-4519-A884-7E859755697C}" type="presParOf" srcId="{1BC45DD2-2C88-461C-871D-FAF46EDCA758}" destId="{68048BBD-6111-4906-9867-58E4DC650DA6}" srcOrd="2" destOrd="0" presId="urn:microsoft.com/office/officeart/2005/8/layout/hList1"/>
    <dgm:cxn modelId="{7520CA38-85C1-4ADC-A287-69911E9F56A9}" type="presParOf" srcId="{68048BBD-6111-4906-9867-58E4DC650DA6}" destId="{71D0F82D-D185-4D6C-88BE-4DB0900B4245}" srcOrd="0" destOrd="0" presId="urn:microsoft.com/office/officeart/2005/8/layout/hList1"/>
    <dgm:cxn modelId="{70D7E3C2-CC39-4941-A5C7-50F3AFC4BD5D}" type="presParOf" srcId="{68048BBD-6111-4906-9867-58E4DC650DA6}" destId="{4E76A291-EA16-4493-85E5-546C2F2AE2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7C2C00-D709-4457-8A4C-614D93E89731}" type="doc">
      <dgm:prSet loTypeId="urn:microsoft.com/office/officeart/2005/8/layout/list1" loCatId="list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DE8A35EB-C98C-46E5-8770-19BD4F2225E3}">
      <dgm:prSet/>
      <dgm:spPr/>
      <dgm:t>
        <a:bodyPr/>
        <a:lstStyle/>
        <a:p>
          <a:r>
            <a:rPr lang="en-US" b="1" dirty="0"/>
            <a:t>Program Focus Areas</a:t>
          </a:r>
        </a:p>
      </dgm:t>
    </dgm:pt>
    <dgm:pt modelId="{60864A71-9C76-4AF1-9D3F-99B77DC93E71}" type="parTrans" cxnId="{003B850A-8846-4D1B-87E4-2CCF2928A76B}">
      <dgm:prSet/>
      <dgm:spPr/>
      <dgm:t>
        <a:bodyPr/>
        <a:lstStyle/>
        <a:p>
          <a:endParaRPr lang="en-US"/>
        </a:p>
      </dgm:t>
    </dgm:pt>
    <dgm:pt modelId="{ABE8DA45-F37B-46A1-BC2B-C09F535C6F66}" type="sibTrans" cxnId="{003B850A-8846-4D1B-87E4-2CCF2928A76B}">
      <dgm:prSet/>
      <dgm:spPr/>
      <dgm:t>
        <a:bodyPr/>
        <a:lstStyle/>
        <a:p>
          <a:endParaRPr lang="en-US"/>
        </a:p>
      </dgm:t>
    </dgm:pt>
    <dgm:pt modelId="{B8332E8C-C5DC-4080-BECB-4EE1ECC13B02}">
      <dgm:prSet/>
      <dgm:spPr/>
      <dgm:t>
        <a:bodyPr/>
        <a:lstStyle/>
        <a:p>
          <a:r>
            <a:rPr lang="en-US"/>
            <a:t>Education &amp; Skills Development  </a:t>
          </a:r>
        </a:p>
      </dgm:t>
    </dgm:pt>
    <dgm:pt modelId="{FB795177-73BD-4439-9CAF-96F43D36D771}" type="parTrans" cxnId="{DD635E27-6FCA-4935-857E-39203354912B}">
      <dgm:prSet/>
      <dgm:spPr/>
      <dgm:t>
        <a:bodyPr/>
        <a:lstStyle/>
        <a:p>
          <a:endParaRPr lang="en-US"/>
        </a:p>
      </dgm:t>
    </dgm:pt>
    <dgm:pt modelId="{AE7B953A-AA75-490B-9EBF-696D39EEC346}" type="sibTrans" cxnId="{DD635E27-6FCA-4935-857E-39203354912B}">
      <dgm:prSet/>
      <dgm:spPr/>
      <dgm:t>
        <a:bodyPr/>
        <a:lstStyle/>
        <a:p>
          <a:endParaRPr lang="en-US"/>
        </a:p>
      </dgm:t>
    </dgm:pt>
    <dgm:pt modelId="{858B4142-A3DE-4933-9EFC-92623E8FD352}">
      <dgm:prSet/>
      <dgm:spPr/>
      <dgm:t>
        <a:bodyPr/>
        <a:lstStyle/>
        <a:p>
          <a:r>
            <a:rPr lang="en-US"/>
            <a:t>Youth Empowerment &amp; Talent Development  </a:t>
          </a:r>
        </a:p>
      </dgm:t>
    </dgm:pt>
    <dgm:pt modelId="{667BF802-2FF8-4418-B0A0-C2B3330B48F6}" type="parTrans" cxnId="{0C82295B-9347-423D-9EE7-BC4994F5D545}">
      <dgm:prSet/>
      <dgm:spPr/>
      <dgm:t>
        <a:bodyPr/>
        <a:lstStyle/>
        <a:p>
          <a:endParaRPr lang="en-US"/>
        </a:p>
      </dgm:t>
    </dgm:pt>
    <dgm:pt modelId="{EC7BA4DA-5BF3-4B5B-9C42-8DE9DED23B8A}" type="sibTrans" cxnId="{0C82295B-9347-423D-9EE7-BC4994F5D545}">
      <dgm:prSet/>
      <dgm:spPr/>
      <dgm:t>
        <a:bodyPr/>
        <a:lstStyle/>
        <a:p>
          <a:endParaRPr lang="en-US"/>
        </a:p>
      </dgm:t>
    </dgm:pt>
    <dgm:pt modelId="{AA3DF68B-66EA-4209-852A-7489C11F6E60}">
      <dgm:prSet/>
      <dgm:spPr/>
      <dgm:t>
        <a:bodyPr/>
        <a:lstStyle/>
        <a:p>
          <a:r>
            <a:rPr lang="en-US"/>
            <a:t>Sexual Reproductive Health and Rights (SRHR)  </a:t>
          </a:r>
        </a:p>
      </dgm:t>
    </dgm:pt>
    <dgm:pt modelId="{3F3A3836-9AEB-4FEA-996E-8B297E63C78C}" type="parTrans" cxnId="{CD77CD6E-73BF-4362-A816-081F209539EC}">
      <dgm:prSet/>
      <dgm:spPr/>
      <dgm:t>
        <a:bodyPr/>
        <a:lstStyle/>
        <a:p>
          <a:endParaRPr lang="en-US"/>
        </a:p>
      </dgm:t>
    </dgm:pt>
    <dgm:pt modelId="{294ABF9B-C997-4F71-9385-A62EA396BFE8}" type="sibTrans" cxnId="{CD77CD6E-73BF-4362-A816-081F209539EC}">
      <dgm:prSet/>
      <dgm:spPr/>
      <dgm:t>
        <a:bodyPr/>
        <a:lstStyle/>
        <a:p>
          <a:endParaRPr lang="en-US"/>
        </a:p>
      </dgm:t>
    </dgm:pt>
    <dgm:pt modelId="{8DDA8629-EB91-43B6-9B50-D825EF5436DA}">
      <dgm:prSet/>
      <dgm:spPr/>
      <dgm:t>
        <a:bodyPr/>
        <a:lstStyle/>
        <a:p>
          <a:r>
            <a:rPr lang="en-US" dirty="0"/>
            <a:t>Mental Health &amp; Well-being  </a:t>
          </a:r>
        </a:p>
      </dgm:t>
    </dgm:pt>
    <dgm:pt modelId="{01514EB8-F71F-478C-A3C4-7AA173AC7FD9}" type="parTrans" cxnId="{5489E1DC-7D9F-4042-A8E7-397574B8C49C}">
      <dgm:prSet/>
      <dgm:spPr/>
      <dgm:t>
        <a:bodyPr/>
        <a:lstStyle/>
        <a:p>
          <a:endParaRPr lang="en-US"/>
        </a:p>
      </dgm:t>
    </dgm:pt>
    <dgm:pt modelId="{6647E1ED-6CF9-4F06-A65B-04983FDA6A50}" type="sibTrans" cxnId="{5489E1DC-7D9F-4042-A8E7-397574B8C49C}">
      <dgm:prSet/>
      <dgm:spPr/>
      <dgm:t>
        <a:bodyPr/>
        <a:lstStyle/>
        <a:p>
          <a:endParaRPr lang="en-US"/>
        </a:p>
      </dgm:t>
    </dgm:pt>
    <dgm:pt modelId="{58DA2567-5B55-4C07-BC70-7E43631CF5A5}">
      <dgm:prSet/>
      <dgm:spPr/>
      <dgm:t>
        <a:bodyPr/>
        <a:lstStyle/>
        <a:p>
          <a:r>
            <a:rPr lang="en-US"/>
            <a:t>Youth Entrepreneurship &amp; Innovation  </a:t>
          </a:r>
        </a:p>
      </dgm:t>
    </dgm:pt>
    <dgm:pt modelId="{27F97DBF-89FB-4489-AA3F-7B1D46946DBA}" type="parTrans" cxnId="{796052F5-EFB9-4A14-B619-0C66A181FCEA}">
      <dgm:prSet/>
      <dgm:spPr/>
      <dgm:t>
        <a:bodyPr/>
        <a:lstStyle/>
        <a:p>
          <a:endParaRPr lang="en-US"/>
        </a:p>
      </dgm:t>
    </dgm:pt>
    <dgm:pt modelId="{480A09E6-C7AB-4C5E-8240-DC3C7799A39D}" type="sibTrans" cxnId="{796052F5-EFB9-4A14-B619-0C66A181FCEA}">
      <dgm:prSet/>
      <dgm:spPr/>
      <dgm:t>
        <a:bodyPr/>
        <a:lstStyle/>
        <a:p>
          <a:endParaRPr lang="en-US"/>
        </a:p>
      </dgm:t>
    </dgm:pt>
    <dgm:pt modelId="{183D7959-F0AC-4EBF-A8E1-21AD5BB0CF5C}">
      <dgm:prSet/>
      <dgm:spPr/>
      <dgm:t>
        <a:bodyPr/>
        <a:lstStyle/>
        <a:p>
          <a:r>
            <a:rPr lang="en-US"/>
            <a:t>Street Children Support &amp; Reintegration  </a:t>
          </a:r>
        </a:p>
      </dgm:t>
    </dgm:pt>
    <dgm:pt modelId="{B2064707-F134-4924-B7AC-FB6E6A7048B7}" type="parTrans" cxnId="{74C36FBD-2C25-4F90-B5D7-3F381C300C26}">
      <dgm:prSet/>
      <dgm:spPr/>
      <dgm:t>
        <a:bodyPr/>
        <a:lstStyle/>
        <a:p>
          <a:endParaRPr lang="en-US"/>
        </a:p>
      </dgm:t>
    </dgm:pt>
    <dgm:pt modelId="{660AEAE6-5860-41BF-8CFB-AE4CF7631D11}" type="sibTrans" cxnId="{74C36FBD-2C25-4F90-B5D7-3F381C300C26}">
      <dgm:prSet/>
      <dgm:spPr/>
      <dgm:t>
        <a:bodyPr/>
        <a:lstStyle/>
        <a:p>
          <a:endParaRPr lang="en-US"/>
        </a:p>
      </dgm:t>
    </dgm:pt>
    <dgm:pt modelId="{F1A48249-3E13-408C-9729-4869FACEFB73}">
      <dgm:prSet/>
      <dgm:spPr/>
      <dgm:t>
        <a:bodyPr/>
        <a:lstStyle/>
        <a:p>
          <a:r>
            <a:rPr lang="en-US"/>
            <a:t>Climate Action &amp; Environmental Sustainability  </a:t>
          </a:r>
        </a:p>
      </dgm:t>
    </dgm:pt>
    <dgm:pt modelId="{66104833-58DC-4E4A-9B4B-71B7698FFF98}" type="parTrans" cxnId="{8714A48B-0751-455C-AF5A-4F38EC7CCCDB}">
      <dgm:prSet/>
      <dgm:spPr/>
      <dgm:t>
        <a:bodyPr/>
        <a:lstStyle/>
        <a:p>
          <a:endParaRPr lang="en-US"/>
        </a:p>
      </dgm:t>
    </dgm:pt>
    <dgm:pt modelId="{2A84E675-AA18-414C-9772-CF4921C473BB}" type="sibTrans" cxnId="{8714A48B-0751-455C-AF5A-4F38EC7CCCDB}">
      <dgm:prSet/>
      <dgm:spPr/>
      <dgm:t>
        <a:bodyPr/>
        <a:lstStyle/>
        <a:p>
          <a:endParaRPr lang="en-US"/>
        </a:p>
      </dgm:t>
    </dgm:pt>
    <dgm:pt modelId="{FD17BFC9-6C23-4350-B4A3-568E217131BC}">
      <dgm:prSet/>
      <dgm:spPr/>
      <dgm:t>
        <a:bodyPr/>
        <a:lstStyle/>
        <a:p>
          <a:r>
            <a:rPr lang="en-US"/>
            <a:t>Youth Leadership &amp; Civic Engagement  </a:t>
          </a:r>
        </a:p>
      </dgm:t>
    </dgm:pt>
    <dgm:pt modelId="{D673C559-3BBB-4AA9-85DB-91386D8EB683}" type="parTrans" cxnId="{938F9EF9-AA80-40ED-B6C3-5CB0ACAAEDCF}">
      <dgm:prSet/>
      <dgm:spPr/>
      <dgm:t>
        <a:bodyPr/>
        <a:lstStyle/>
        <a:p>
          <a:endParaRPr lang="en-US"/>
        </a:p>
      </dgm:t>
    </dgm:pt>
    <dgm:pt modelId="{64E8170D-6066-4687-A100-EB65FD418A16}" type="sibTrans" cxnId="{938F9EF9-AA80-40ED-B6C3-5CB0ACAAEDCF}">
      <dgm:prSet/>
      <dgm:spPr/>
      <dgm:t>
        <a:bodyPr/>
        <a:lstStyle/>
        <a:p>
          <a:endParaRPr lang="en-US"/>
        </a:p>
      </dgm:t>
    </dgm:pt>
    <dgm:pt modelId="{D62CE17D-4A6C-40CD-B6BE-93A976E5DDDA}">
      <dgm:prSet/>
      <dgm:spPr/>
      <dgm:t>
        <a:bodyPr/>
        <a:lstStyle/>
        <a:p>
          <a:r>
            <a:rPr lang="en-US"/>
            <a:t>Poverty Alleviation &amp; Community Development  </a:t>
          </a:r>
        </a:p>
      </dgm:t>
    </dgm:pt>
    <dgm:pt modelId="{27CD1705-6394-4426-94B8-5BBF6293F184}" type="parTrans" cxnId="{0ECC18CB-BED1-4CE7-9454-F8361F4E7F0C}">
      <dgm:prSet/>
      <dgm:spPr/>
      <dgm:t>
        <a:bodyPr/>
        <a:lstStyle/>
        <a:p>
          <a:endParaRPr lang="en-US"/>
        </a:p>
      </dgm:t>
    </dgm:pt>
    <dgm:pt modelId="{1749B133-6BA6-4DB7-BB50-E84AE3CA22EC}" type="sibTrans" cxnId="{0ECC18CB-BED1-4CE7-9454-F8361F4E7F0C}">
      <dgm:prSet/>
      <dgm:spPr/>
      <dgm:t>
        <a:bodyPr/>
        <a:lstStyle/>
        <a:p>
          <a:endParaRPr lang="en-US"/>
        </a:p>
      </dgm:t>
    </dgm:pt>
    <dgm:pt modelId="{147EFB01-717A-4312-AB54-3FB9AD2B4035}">
      <dgm:prSet/>
      <dgm:spPr/>
      <dgm:t>
        <a:bodyPr/>
        <a:lstStyle/>
        <a:p>
          <a:r>
            <a:rPr lang="en-US"/>
            <a:t>Gender Equality &amp; Social Justice</a:t>
          </a:r>
        </a:p>
      </dgm:t>
    </dgm:pt>
    <dgm:pt modelId="{4A59CEDE-083A-4ECC-8DE6-0F506ADCB16C}" type="parTrans" cxnId="{EA73DE87-3965-4BF5-8371-E9FA7F74DDA0}">
      <dgm:prSet/>
      <dgm:spPr/>
      <dgm:t>
        <a:bodyPr/>
        <a:lstStyle/>
        <a:p>
          <a:endParaRPr lang="en-US"/>
        </a:p>
      </dgm:t>
    </dgm:pt>
    <dgm:pt modelId="{E4A3B4DA-2F3C-4F56-BBBD-1DA05CCD25B7}" type="sibTrans" cxnId="{EA73DE87-3965-4BF5-8371-E9FA7F74DDA0}">
      <dgm:prSet/>
      <dgm:spPr/>
      <dgm:t>
        <a:bodyPr/>
        <a:lstStyle/>
        <a:p>
          <a:endParaRPr lang="en-US"/>
        </a:p>
      </dgm:t>
    </dgm:pt>
    <dgm:pt modelId="{A385E9F7-9497-4159-96C3-30C19857782C}" type="pres">
      <dgm:prSet presAssocID="{4F7C2C00-D709-4457-8A4C-614D93E89731}" presName="linear" presStyleCnt="0">
        <dgm:presLayoutVars>
          <dgm:dir/>
          <dgm:animLvl val="lvl"/>
          <dgm:resizeHandles val="exact"/>
        </dgm:presLayoutVars>
      </dgm:prSet>
      <dgm:spPr/>
    </dgm:pt>
    <dgm:pt modelId="{D8A86DFC-7BA0-4DF9-919E-4F34205BA7DE}" type="pres">
      <dgm:prSet presAssocID="{DE8A35EB-C98C-46E5-8770-19BD4F2225E3}" presName="parentLin" presStyleCnt="0"/>
      <dgm:spPr/>
    </dgm:pt>
    <dgm:pt modelId="{59D5676F-4E58-4897-8271-E21C5721341F}" type="pres">
      <dgm:prSet presAssocID="{DE8A35EB-C98C-46E5-8770-19BD4F2225E3}" presName="parentLeftMargin" presStyleLbl="node1" presStyleIdx="0" presStyleCnt="1"/>
      <dgm:spPr/>
    </dgm:pt>
    <dgm:pt modelId="{DC8E2FC9-7ED5-4A8C-8D65-40D0F560AFD3}" type="pres">
      <dgm:prSet presAssocID="{DE8A35EB-C98C-46E5-8770-19BD4F2225E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CD90DDE-B8AE-42FC-B689-2ADCCBFD1A71}" type="pres">
      <dgm:prSet presAssocID="{DE8A35EB-C98C-46E5-8770-19BD4F2225E3}" presName="negativeSpace" presStyleCnt="0"/>
      <dgm:spPr/>
    </dgm:pt>
    <dgm:pt modelId="{19A4C404-37E4-460C-9545-155D15E3A8CE}" type="pres">
      <dgm:prSet presAssocID="{DE8A35EB-C98C-46E5-8770-19BD4F2225E3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FAEC5B07-7BBD-47C8-9D18-1C160A94B1BC}" type="presOf" srcId="{FD17BFC9-6C23-4350-B4A3-568E217131BC}" destId="{19A4C404-37E4-460C-9545-155D15E3A8CE}" srcOrd="0" destOrd="7" presId="urn:microsoft.com/office/officeart/2005/8/layout/list1"/>
    <dgm:cxn modelId="{003B850A-8846-4D1B-87E4-2CCF2928A76B}" srcId="{4F7C2C00-D709-4457-8A4C-614D93E89731}" destId="{DE8A35EB-C98C-46E5-8770-19BD4F2225E3}" srcOrd="0" destOrd="0" parTransId="{60864A71-9C76-4AF1-9D3F-99B77DC93E71}" sibTransId="{ABE8DA45-F37B-46A1-BC2B-C09F535C6F66}"/>
    <dgm:cxn modelId="{3A9A0211-52D8-4EBE-A0C1-827BB0063F9D}" type="presOf" srcId="{AA3DF68B-66EA-4209-852A-7489C11F6E60}" destId="{19A4C404-37E4-460C-9545-155D15E3A8CE}" srcOrd="0" destOrd="2" presId="urn:microsoft.com/office/officeart/2005/8/layout/list1"/>
    <dgm:cxn modelId="{DD635E27-6FCA-4935-857E-39203354912B}" srcId="{DE8A35EB-C98C-46E5-8770-19BD4F2225E3}" destId="{B8332E8C-C5DC-4080-BECB-4EE1ECC13B02}" srcOrd="0" destOrd="0" parTransId="{FB795177-73BD-4439-9CAF-96F43D36D771}" sibTransId="{AE7B953A-AA75-490B-9EBF-696D39EEC346}"/>
    <dgm:cxn modelId="{6BE00B39-B979-42DB-9AC7-8E1147F36BD1}" type="presOf" srcId="{858B4142-A3DE-4933-9EFC-92623E8FD352}" destId="{19A4C404-37E4-460C-9545-155D15E3A8CE}" srcOrd="0" destOrd="1" presId="urn:microsoft.com/office/officeart/2005/8/layout/list1"/>
    <dgm:cxn modelId="{0D53C93E-E006-4078-80D4-2234DBDCE189}" type="presOf" srcId="{DE8A35EB-C98C-46E5-8770-19BD4F2225E3}" destId="{59D5676F-4E58-4897-8271-E21C5721341F}" srcOrd="0" destOrd="0" presId="urn:microsoft.com/office/officeart/2005/8/layout/list1"/>
    <dgm:cxn modelId="{0C82295B-9347-423D-9EE7-BC4994F5D545}" srcId="{DE8A35EB-C98C-46E5-8770-19BD4F2225E3}" destId="{858B4142-A3DE-4933-9EFC-92623E8FD352}" srcOrd="1" destOrd="0" parTransId="{667BF802-2FF8-4418-B0A0-C2B3330B48F6}" sibTransId="{EC7BA4DA-5BF3-4B5B-9C42-8DE9DED23B8A}"/>
    <dgm:cxn modelId="{40D15841-2E98-4B26-B8ED-634D518FC6FD}" type="presOf" srcId="{4F7C2C00-D709-4457-8A4C-614D93E89731}" destId="{A385E9F7-9497-4159-96C3-30C19857782C}" srcOrd="0" destOrd="0" presId="urn:microsoft.com/office/officeart/2005/8/layout/list1"/>
    <dgm:cxn modelId="{CD77CD6E-73BF-4362-A816-081F209539EC}" srcId="{DE8A35EB-C98C-46E5-8770-19BD4F2225E3}" destId="{AA3DF68B-66EA-4209-852A-7489C11F6E60}" srcOrd="2" destOrd="0" parTransId="{3F3A3836-9AEB-4FEA-996E-8B297E63C78C}" sibTransId="{294ABF9B-C997-4F71-9385-A62EA396BFE8}"/>
    <dgm:cxn modelId="{4F28DA70-A1B2-41AA-8465-9B7CB2B5D278}" type="presOf" srcId="{8DDA8629-EB91-43B6-9B50-D825EF5436DA}" destId="{19A4C404-37E4-460C-9545-155D15E3A8CE}" srcOrd="0" destOrd="3" presId="urn:microsoft.com/office/officeart/2005/8/layout/list1"/>
    <dgm:cxn modelId="{2425DB77-0C67-491E-A768-51B9466F79A4}" type="presOf" srcId="{147EFB01-717A-4312-AB54-3FB9AD2B4035}" destId="{19A4C404-37E4-460C-9545-155D15E3A8CE}" srcOrd="0" destOrd="9" presId="urn:microsoft.com/office/officeart/2005/8/layout/list1"/>
    <dgm:cxn modelId="{2202BB84-24D1-4735-A6EE-59A9481AD490}" type="presOf" srcId="{DE8A35EB-C98C-46E5-8770-19BD4F2225E3}" destId="{DC8E2FC9-7ED5-4A8C-8D65-40D0F560AFD3}" srcOrd="1" destOrd="0" presId="urn:microsoft.com/office/officeart/2005/8/layout/list1"/>
    <dgm:cxn modelId="{D27E1A87-0222-4F9E-9390-EE09BD1A79E2}" type="presOf" srcId="{183D7959-F0AC-4EBF-A8E1-21AD5BB0CF5C}" destId="{19A4C404-37E4-460C-9545-155D15E3A8CE}" srcOrd="0" destOrd="5" presId="urn:microsoft.com/office/officeart/2005/8/layout/list1"/>
    <dgm:cxn modelId="{EA73DE87-3965-4BF5-8371-E9FA7F74DDA0}" srcId="{DE8A35EB-C98C-46E5-8770-19BD4F2225E3}" destId="{147EFB01-717A-4312-AB54-3FB9AD2B4035}" srcOrd="9" destOrd="0" parTransId="{4A59CEDE-083A-4ECC-8DE6-0F506ADCB16C}" sibTransId="{E4A3B4DA-2F3C-4F56-BBBD-1DA05CCD25B7}"/>
    <dgm:cxn modelId="{8714A48B-0751-455C-AF5A-4F38EC7CCCDB}" srcId="{DE8A35EB-C98C-46E5-8770-19BD4F2225E3}" destId="{F1A48249-3E13-408C-9729-4869FACEFB73}" srcOrd="6" destOrd="0" parTransId="{66104833-58DC-4E4A-9B4B-71B7698FFF98}" sibTransId="{2A84E675-AA18-414C-9772-CF4921C473BB}"/>
    <dgm:cxn modelId="{66DC8993-50AB-437F-9DD1-62C28CE28470}" type="presOf" srcId="{D62CE17D-4A6C-40CD-B6BE-93A976E5DDDA}" destId="{19A4C404-37E4-460C-9545-155D15E3A8CE}" srcOrd="0" destOrd="8" presId="urn:microsoft.com/office/officeart/2005/8/layout/list1"/>
    <dgm:cxn modelId="{3CE698A3-2300-499D-89CB-AE119D40B980}" type="presOf" srcId="{F1A48249-3E13-408C-9729-4869FACEFB73}" destId="{19A4C404-37E4-460C-9545-155D15E3A8CE}" srcOrd="0" destOrd="6" presId="urn:microsoft.com/office/officeart/2005/8/layout/list1"/>
    <dgm:cxn modelId="{977653AC-E710-408B-A2A5-2073AC033578}" type="presOf" srcId="{B8332E8C-C5DC-4080-BECB-4EE1ECC13B02}" destId="{19A4C404-37E4-460C-9545-155D15E3A8CE}" srcOrd="0" destOrd="0" presId="urn:microsoft.com/office/officeart/2005/8/layout/list1"/>
    <dgm:cxn modelId="{74C36FBD-2C25-4F90-B5D7-3F381C300C26}" srcId="{DE8A35EB-C98C-46E5-8770-19BD4F2225E3}" destId="{183D7959-F0AC-4EBF-A8E1-21AD5BB0CF5C}" srcOrd="5" destOrd="0" parTransId="{B2064707-F134-4924-B7AC-FB6E6A7048B7}" sibTransId="{660AEAE6-5860-41BF-8CFB-AE4CF7631D11}"/>
    <dgm:cxn modelId="{0ECC18CB-BED1-4CE7-9454-F8361F4E7F0C}" srcId="{DE8A35EB-C98C-46E5-8770-19BD4F2225E3}" destId="{D62CE17D-4A6C-40CD-B6BE-93A976E5DDDA}" srcOrd="8" destOrd="0" parTransId="{27CD1705-6394-4426-94B8-5BBF6293F184}" sibTransId="{1749B133-6BA6-4DB7-BB50-E84AE3CA22EC}"/>
    <dgm:cxn modelId="{5489E1DC-7D9F-4042-A8E7-397574B8C49C}" srcId="{DE8A35EB-C98C-46E5-8770-19BD4F2225E3}" destId="{8DDA8629-EB91-43B6-9B50-D825EF5436DA}" srcOrd="3" destOrd="0" parTransId="{01514EB8-F71F-478C-A3C4-7AA173AC7FD9}" sibTransId="{6647E1ED-6CF9-4F06-A65B-04983FDA6A50}"/>
    <dgm:cxn modelId="{B05D96EC-AD0F-4716-B9EB-B2BC84396803}" type="presOf" srcId="{58DA2567-5B55-4C07-BC70-7E43631CF5A5}" destId="{19A4C404-37E4-460C-9545-155D15E3A8CE}" srcOrd="0" destOrd="4" presId="urn:microsoft.com/office/officeart/2005/8/layout/list1"/>
    <dgm:cxn modelId="{796052F5-EFB9-4A14-B619-0C66A181FCEA}" srcId="{DE8A35EB-C98C-46E5-8770-19BD4F2225E3}" destId="{58DA2567-5B55-4C07-BC70-7E43631CF5A5}" srcOrd="4" destOrd="0" parTransId="{27F97DBF-89FB-4489-AA3F-7B1D46946DBA}" sibTransId="{480A09E6-C7AB-4C5E-8240-DC3C7799A39D}"/>
    <dgm:cxn modelId="{938F9EF9-AA80-40ED-B6C3-5CB0ACAAEDCF}" srcId="{DE8A35EB-C98C-46E5-8770-19BD4F2225E3}" destId="{FD17BFC9-6C23-4350-B4A3-568E217131BC}" srcOrd="7" destOrd="0" parTransId="{D673C559-3BBB-4AA9-85DB-91386D8EB683}" sibTransId="{64E8170D-6066-4687-A100-EB65FD418A16}"/>
    <dgm:cxn modelId="{6181B931-83B7-4EAE-A793-4746F845F03E}" type="presParOf" srcId="{A385E9F7-9497-4159-96C3-30C19857782C}" destId="{D8A86DFC-7BA0-4DF9-919E-4F34205BA7DE}" srcOrd="0" destOrd="0" presId="urn:microsoft.com/office/officeart/2005/8/layout/list1"/>
    <dgm:cxn modelId="{329A6D25-48D8-415A-A979-005E40852FD7}" type="presParOf" srcId="{D8A86DFC-7BA0-4DF9-919E-4F34205BA7DE}" destId="{59D5676F-4E58-4897-8271-E21C5721341F}" srcOrd="0" destOrd="0" presId="urn:microsoft.com/office/officeart/2005/8/layout/list1"/>
    <dgm:cxn modelId="{8EEDFE92-5BC3-4342-8F72-8BA2061F8888}" type="presParOf" srcId="{D8A86DFC-7BA0-4DF9-919E-4F34205BA7DE}" destId="{DC8E2FC9-7ED5-4A8C-8D65-40D0F560AFD3}" srcOrd="1" destOrd="0" presId="urn:microsoft.com/office/officeart/2005/8/layout/list1"/>
    <dgm:cxn modelId="{750ECE9F-CD46-4C5E-AC87-6D908B2FD8F9}" type="presParOf" srcId="{A385E9F7-9497-4159-96C3-30C19857782C}" destId="{FCD90DDE-B8AE-42FC-B689-2ADCCBFD1A71}" srcOrd="1" destOrd="0" presId="urn:microsoft.com/office/officeart/2005/8/layout/list1"/>
    <dgm:cxn modelId="{462D8B2A-53D7-4277-8C78-008DE4CD6E75}" type="presParOf" srcId="{A385E9F7-9497-4159-96C3-30C19857782C}" destId="{19A4C404-37E4-460C-9545-155D15E3A8C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EB3481C-ABA4-4D9C-B68F-67E508B0C2C2}" type="doc">
      <dgm:prSet loTypeId="urn:microsoft.com/office/officeart/2005/8/layout/hierarchy3" loCatId="hierarchy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7B5D68E9-E9B3-43A4-9D98-A0C562795662}">
      <dgm:prSet/>
      <dgm:spPr/>
      <dgm:t>
        <a:bodyPr/>
        <a:lstStyle/>
        <a:p>
          <a:r>
            <a:rPr lang="en-US"/>
            <a:t>Data Collection &amp; Tracking Tools  </a:t>
          </a:r>
        </a:p>
      </dgm:t>
    </dgm:pt>
    <dgm:pt modelId="{0D031526-5D34-4B3F-95D7-DDEB5FB75C7B}" type="parTrans" cxnId="{0C6B921A-9CCE-4ED6-BDCE-CD35ADA7BA3B}">
      <dgm:prSet/>
      <dgm:spPr/>
      <dgm:t>
        <a:bodyPr/>
        <a:lstStyle/>
        <a:p>
          <a:endParaRPr lang="en-US"/>
        </a:p>
      </dgm:t>
    </dgm:pt>
    <dgm:pt modelId="{71AC8B36-1EB3-445A-9B98-57218913E851}" type="sibTrans" cxnId="{0C6B921A-9CCE-4ED6-BDCE-CD35ADA7BA3B}">
      <dgm:prSet/>
      <dgm:spPr/>
      <dgm:t>
        <a:bodyPr/>
        <a:lstStyle/>
        <a:p>
          <a:endParaRPr lang="en-US"/>
        </a:p>
      </dgm:t>
    </dgm:pt>
    <dgm:pt modelId="{AEFAABEC-010E-491E-8AAE-03FEAF403359}">
      <dgm:prSet/>
      <dgm:spPr/>
      <dgm:t>
        <a:bodyPr/>
        <a:lstStyle/>
        <a:p>
          <a:r>
            <a:rPr lang="en-US" dirty="0"/>
            <a:t>Surveys &amp; questionnaires from program participants.  </a:t>
          </a:r>
        </a:p>
      </dgm:t>
    </dgm:pt>
    <dgm:pt modelId="{22609D42-59B9-432E-90EC-D0300919621C}" type="parTrans" cxnId="{9F552139-95F1-4386-A71A-E16EAFA54409}">
      <dgm:prSet/>
      <dgm:spPr/>
      <dgm:t>
        <a:bodyPr/>
        <a:lstStyle/>
        <a:p>
          <a:endParaRPr lang="en-US"/>
        </a:p>
      </dgm:t>
    </dgm:pt>
    <dgm:pt modelId="{6998C8FE-F954-4C3B-AF0B-E19A29101E1D}" type="sibTrans" cxnId="{9F552139-95F1-4386-A71A-E16EAFA54409}">
      <dgm:prSet/>
      <dgm:spPr/>
      <dgm:t>
        <a:bodyPr/>
        <a:lstStyle/>
        <a:p>
          <a:endParaRPr lang="en-US"/>
        </a:p>
      </dgm:t>
    </dgm:pt>
    <dgm:pt modelId="{50FE1BEC-4EBE-40BE-A950-DA5208B6FB4A}">
      <dgm:prSet/>
      <dgm:spPr/>
      <dgm:t>
        <a:bodyPr/>
        <a:lstStyle/>
        <a:p>
          <a:r>
            <a:rPr lang="en-US"/>
            <a:t>Attendance records from workshops and training sessions.  </a:t>
          </a:r>
        </a:p>
      </dgm:t>
    </dgm:pt>
    <dgm:pt modelId="{D365385B-0265-4FFC-ADE2-EBCC3E7CACEB}" type="parTrans" cxnId="{9A655FC0-D13C-48CF-8947-5F057045DFD5}">
      <dgm:prSet/>
      <dgm:spPr/>
      <dgm:t>
        <a:bodyPr/>
        <a:lstStyle/>
        <a:p>
          <a:endParaRPr lang="en-US"/>
        </a:p>
      </dgm:t>
    </dgm:pt>
    <dgm:pt modelId="{7D98F7FA-A0D2-458B-A48E-E6D8A396414A}" type="sibTrans" cxnId="{9A655FC0-D13C-48CF-8947-5F057045DFD5}">
      <dgm:prSet/>
      <dgm:spPr/>
      <dgm:t>
        <a:bodyPr/>
        <a:lstStyle/>
        <a:p>
          <a:endParaRPr lang="en-US"/>
        </a:p>
      </dgm:t>
    </dgm:pt>
    <dgm:pt modelId="{7956BAFB-AE32-48C4-8EBC-72DAA1E4DC60}">
      <dgm:prSet/>
      <dgm:spPr/>
      <dgm:t>
        <a:bodyPr/>
        <a:lstStyle/>
        <a:p>
          <a:r>
            <a:rPr lang="en-US"/>
            <a:t>Reports from field coordinators and program leads.  </a:t>
          </a:r>
        </a:p>
      </dgm:t>
    </dgm:pt>
    <dgm:pt modelId="{04BE6EEB-163B-4F78-A46A-0ED0771890A9}" type="parTrans" cxnId="{8F2820F7-BAEA-4BAC-9275-FBE9372C981F}">
      <dgm:prSet/>
      <dgm:spPr/>
      <dgm:t>
        <a:bodyPr/>
        <a:lstStyle/>
        <a:p>
          <a:endParaRPr lang="en-US"/>
        </a:p>
      </dgm:t>
    </dgm:pt>
    <dgm:pt modelId="{967F63B9-176C-42FF-9D11-32CA28BCD780}" type="sibTrans" cxnId="{8F2820F7-BAEA-4BAC-9275-FBE9372C981F}">
      <dgm:prSet/>
      <dgm:spPr/>
      <dgm:t>
        <a:bodyPr/>
        <a:lstStyle/>
        <a:p>
          <a:endParaRPr lang="en-US"/>
        </a:p>
      </dgm:t>
    </dgm:pt>
    <dgm:pt modelId="{5E7794CD-317E-463E-A085-FD538B7E656B}">
      <dgm:prSet/>
      <dgm:spPr/>
      <dgm:t>
        <a:bodyPr/>
        <a:lstStyle/>
        <a:p>
          <a:r>
            <a:rPr lang="en-US"/>
            <a:t>Online engagement metrics from digital platforms.  </a:t>
          </a:r>
        </a:p>
      </dgm:t>
    </dgm:pt>
    <dgm:pt modelId="{16945DB9-2564-4227-8D14-D720DE3C30DA}" type="parTrans" cxnId="{0C283A3B-6650-4106-BDC7-BE69645FD33C}">
      <dgm:prSet/>
      <dgm:spPr/>
      <dgm:t>
        <a:bodyPr/>
        <a:lstStyle/>
        <a:p>
          <a:endParaRPr lang="en-US"/>
        </a:p>
      </dgm:t>
    </dgm:pt>
    <dgm:pt modelId="{90C0DB79-1219-42A4-9C14-053DE8CDDD34}" type="sibTrans" cxnId="{0C283A3B-6650-4106-BDC7-BE69645FD33C}">
      <dgm:prSet/>
      <dgm:spPr/>
      <dgm:t>
        <a:bodyPr/>
        <a:lstStyle/>
        <a:p>
          <a:endParaRPr lang="en-US"/>
        </a:p>
      </dgm:t>
    </dgm:pt>
    <dgm:pt modelId="{CAB99B16-339A-4DF9-A8A1-264878D6B777}">
      <dgm:prSet/>
      <dgm:spPr/>
      <dgm:t>
        <a:bodyPr/>
        <a:lstStyle/>
        <a:p>
          <a:r>
            <a:rPr lang="en-US"/>
            <a:t>Performance Monitoring  </a:t>
          </a:r>
        </a:p>
      </dgm:t>
    </dgm:pt>
    <dgm:pt modelId="{8778890E-1C89-4838-AE53-0869A9412546}" type="parTrans" cxnId="{17237177-CC2C-4ACA-A311-844BA9DB9DD5}">
      <dgm:prSet/>
      <dgm:spPr/>
      <dgm:t>
        <a:bodyPr/>
        <a:lstStyle/>
        <a:p>
          <a:endParaRPr lang="en-US"/>
        </a:p>
      </dgm:t>
    </dgm:pt>
    <dgm:pt modelId="{7B5B6240-8F61-41D4-AC0F-D1444693C511}" type="sibTrans" cxnId="{17237177-CC2C-4ACA-A311-844BA9DB9DD5}">
      <dgm:prSet/>
      <dgm:spPr/>
      <dgm:t>
        <a:bodyPr/>
        <a:lstStyle/>
        <a:p>
          <a:endParaRPr lang="en-US"/>
        </a:p>
      </dgm:t>
    </dgm:pt>
    <dgm:pt modelId="{15B0A69E-A17D-4E9B-ACB8-8072B9272AC2}">
      <dgm:prSet/>
      <dgm:spPr/>
      <dgm:t>
        <a:bodyPr/>
        <a:lstStyle/>
        <a:p>
          <a:r>
            <a:rPr lang="en-US"/>
            <a:t>Regular field visits to assess program implementation.  </a:t>
          </a:r>
        </a:p>
      </dgm:t>
    </dgm:pt>
    <dgm:pt modelId="{8ECF06B3-8BCB-45F8-AD87-E5221DD6C385}" type="parTrans" cxnId="{EE79EA73-0435-44A8-9EEB-ABEF535B4F79}">
      <dgm:prSet/>
      <dgm:spPr/>
      <dgm:t>
        <a:bodyPr/>
        <a:lstStyle/>
        <a:p>
          <a:endParaRPr lang="en-US"/>
        </a:p>
      </dgm:t>
    </dgm:pt>
    <dgm:pt modelId="{4B375BEE-DEFA-43CF-93DC-70DBC451226D}" type="sibTrans" cxnId="{EE79EA73-0435-44A8-9EEB-ABEF535B4F79}">
      <dgm:prSet/>
      <dgm:spPr/>
      <dgm:t>
        <a:bodyPr/>
        <a:lstStyle/>
        <a:p>
          <a:endParaRPr lang="en-US"/>
        </a:p>
      </dgm:t>
    </dgm:pt>
    <dgm:pt modelId="{069DB58B-D379-4289-B58C-EC402551C231}">
      <dgm:prSet/>
      <dgm:spPr/>
      <dgm:t>
        <a:bodyPr/>
        <a:lstStyle/>
        <a:p>
          <a:r>
            <a:rPr lang="en-US"/>
            <a:t>Beneficiary feedback sessions to understand program impact.  </a:t>
          </a:r>
        </a:p>
      </dgm:t>
    </dgm:pt>
    <dgm:pt modelId="{FE6D81D0-0F0D-43CF-BCA3-D6A75710C39A}" type="parTrans" cxnId="{0CB5AC06-94F7-4A59-AA7D-B84005917B2D}">
      <dgm:prSet/>
      <dgm:spPr/>
      <dgm:t>
        <a:bodyPr/>
        <a:lstStyle/>
        <a:p>
          <a:endParaRPr lang="en-US"/>
        </a:p>
      </dgm:t>
    </dgm:pt>
    <dgm:pt modelId="{46F4D83D-B34C-44D4-824D-4C19024EC15B}" type="sibTrans" cxnId="{0CB5AC06-94F7-4A59-AA7D-B84005917B2D}">
      <dgm:prSet/>
      <dgm:spPr/>
      <dgm:t>
        <a:bodyPr/>
        <a:lstStyle/>
        <a:p>
          <a:endParaRPr lang="en-US"/>
        </a:p>
      </dgm:t>
    </dgm:pt>
    <dgm:pt modelId="{76642CB8-313D-4BD1-A81F-E1882C8D07E5}">
      <dgm:prSet/>
      <dgm:spPr/>
      <dgm:t>
        <a:bodyPr/>
        <a:lstStyle/>
        <a:p>
          <a:r>
            <a:rPr lang="en-US"/>
            <a:t>Mid-term and final impact assessments to measure overall effectiveness.  </a:t>
          </a:r>
        </a:p>
      </dgm:t>
    </dgm:pt>
    <dgm:pt modelId="{242745FB-4CB3-4205-AD59-9741A95E41DC}" type="parTrans" cxnId="{7C64FD80-8A0A-499B-9CDD-2807E4597271}">
      <dgm:prSet/>
      <dgm:spPr/>
      <dgm:t>
        <a:bodyPr/>
        <a:lstStyle/>
        <a:p>
          <a:endParaRPr lang="en-US"/>
        </a:p>
      </dgm:t>
    </dgm:pt>
    <dgm:pt modelId="{F5C30E22-4D06-4F63-84C3-3F9F3CF3F327}" type="sibTrans" cxnId="{7C64FD80-8A0A-499B-9CDD-2807E4597271}">
      <dgm:prSet/>
      <dgm:spPr/>
      <dgm:t>
        <a:bodyPr/>
        <a:lstStyle/>
        <a:p>
          <a:endParaRPr lang="en-US"/>
        </a:p>
      </dgm:t>
    </dgm:pt>
    <dgm:pt modelId="{3772CF09-ACE0-4E41-9FF1-F039EE90B6AD}">
      <dgm:prSet/>
      <dgm:spPr/>
      <dgm:t>
        <a:bodyPr/>
        <a:lstStyle/>
        <a:p>
          <a:r>
            <a:rPr lang="en-US"/>
            <a:t>Stakeholder Engagement  </a:t>
          </a:r>
        </a:p>
      </dgm:t>
    </dgm:pt>
    <dgm:pt modelId="{B003F390-13F3-4475-9709-4FE190D3DF34}" type="parTrans" cxnId="{E5F6AE62-E4F9-4778-9D3E-B0A21533E9F5}">
      <dgm:prSet/>
      <dgm:spPr/>
      <dgm:t>
        <a:bodyPr/>
        <a:lstStyle/>
        <a:p>
          <a:endParaRPr lang="en-US"/>
        </a:p>
      </dgm:t>
    </dgm:pt>
    <dgm:pt modelId="{D6215CE8-60D0-4089-829A-95DDCCDC1CA7}" type="sibTrans" cxnId="{E5F6AE62-E4F9-4778-9D3E-B0A21533E9F5}">
      <dgm:prSet/>
      <dgm:spPr/>
      <dgm:t>
        <a:bodyPr/>
        <a:lstStyle/>
        <a:p>
          <a:endParaRPr lang="en-US"/>
        </a:p>
      </dgm:t>
    </dgm:pt>
    <dgm:pt modelId="{121BE9F0-21F9-4B61-98D5-081077DAC0B8}">
      <dgm:prSet/>
      <dgm:spPr/>
      <dgm:t>
        <a:bodyPr/>
        <a:lstStyle/>
        <a:p>
          <a:r>
            <a:rPr lang="en-US"/>
            <a:t>Continuous dialogue with partners, funders, and community leaders.  </a:t>
          </a:r>
        </a:p>
      </dgm:t>
    </dgm:pt>
    <dgm:pt modelId="{C7F0A49C-7318-48C5-9E66-296EBA7A0965}" type="parTrans" cxnId="{BC6C756D-B0BD-4E55-8060-D037884B5D9C}">
      <dgm:prSet/>
      <dgm:spPr/>
      <dgm:t>
        <a:bodyPr/>
        <a:lstStyle/>
        <a:p>
          <a:endParaRPr lang="en-US"/>
        </a:p>
      </dgm:t>
    </dgm:pt>
    <dgm:pt modelId="{AEC8C2FB-35E4-4796-B3DD-17A7A5859426}" type="sibTrans" cxnId="{BC6C756D-B0BD-4E55-8060-D037884B5D9C}">
      <dgm:prSet/>
      <dgm:spPr/>
      <dgm:t>
        <a:bodyPr/>
        <a:lstStyle/>
        <a:p>
          <a:endParaRPr lang="en-US"/>
        </a:p>
      </dgm:t>
    </dgm:pt>
    <dgm:pt modelId="{C0968E32-4798-422F-988A-617041F1C778}">
      <dgm:prSet/>
      <dgm:spPr/>
      <dgm:t>
        <a:bodyPr/>
        <a:lstStyle/>
        <a:p>
          <a:r>
            <a:rPr lang="en-US"/>
            <a:t>Involvement of youth beneficiaries in program evaluation. </a:t>
          </a:r>
        </a:p>
      </dgm:t>
    </dgm:pt>
    <dgm:pt modelId="{877B5B77-ACF2-4EEE-833F-4CB6810E89B3}" type="parTrans" cxnId="{DACE0A39-0A45-4E1E-A11D-A56673453A80}">
      <dgm:prSet/>
      <dgm:spPr/>
      <dgm:t>
        <a:bodyPr/>
        <a:lstStyle/>
        <a:p>
          <a:endParaRPr lang="en-US"/>
        </a:p>
      </dgm:t>
    </dgm:pt>
    <dgm:pt modelId="{447F3092-0039-4D57-8327-DF6288E9699C}" type="sibTrans" cxnId="{DACE0A39-0A45-4E1E-A11D-A56673453A80}">
      <dgm:prSet/>
      <dgm:spPr/>
      <dgm:t>
        <a:bodyPr/>
        <a:lstStyle/>
        <a:p>
          <a:endParaRPr lang="en-US"/>
        </a:p>
      </dgm:t>
    </dgm:pt>
    <dgm:pt modelId="{663EE2BD-3076-457D-9353-BA49E9372A76}" type="pres">
      <dgm:prSet presAssocID="{4EB3481C-ABA4-4D9C-B68F-67E508B0C2C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EB04801-F214-47A4-B6EE-8536FFF0944B}" type="pres">
      <dgm:prSet presAssocID="{7B5D68E9-E9B3-43A4-9D98-A0C562795662}" presName="root" presStyleCnt="0"/>
      <dgm:spPr/>
    </dgm:pt>
    <dgm:pt modelId="{DA8BEFEE-5009-483F-AC3F-E0483BBFED82}" type="pres">
      <dgm:prSet presAssocID="{7B5D68E9-E9B3-43A4-9D98-A0C562795662}" presName="rootComposite" presStyleCnt="0"/>
      <dgm:spPr/>
    </dgm:pt>
    <dgm:pt modelId="{5253EAA5-3EEA-482D-956E-49FFB07CEB15}" type="pres">
      <dgm:prSet presAssocID="{7B5D68E9-E9B3-43A4-9D98-A0C562795662}" presName="rootText" presStyleLbl="node1" presStyleIdx="0" presStyleCnt="3"/>
      <dgm:spPr/>
    </dgm:pt>
    <dgm:pt modelId="{E5EF35BC-3478-44E6-A296-5DFEBB86A1D9}" type="pres">
      <dgm:prSet presAssocID="{7B5D68E9-E9B3-43A4-9D98-A0C562795662}" presName="rootConnector" presStyleLbl="node1" presStyleIdx="0" presStyleCnt="3"/>
      <dgm:spPr/>
    </dgm:pt>
    <dgm:pt modelId="{D561B00C-4588-4431-93D9-9DF1DCD0EE0B}" type="pres">
      <dgm:prSet presAssocID="{7B5D68E9-E9B3-43A4-9D98-A0C562795662}" presName="childShape" presStyleCnt="0"/>
      <dgm:spPr/>
    </dgm:pt>
    <dgm:pt modelId="{78067B49-FB0F-423E-9583-0647F6CE1692}" type="pres">
      <dgm:prSet presAssocID="{22609D42-59B9-432E-90EC-D0300919621C}" presName="Name13" presStyleLbl="parChTrans1D2" presStyleIdx="0" presStyleCnt="9"/>
      <dgm:spPr/>
    </dgm:pt>
    <dgm:pt modelId="{7079BC55-3695-42F5-88AC-65428978B0E9}" type="pres">
      <dgm:prSet presAssocID="{AEFAABEC-010E-491E-8AAE-03FEAF403359}" presName="childText" presStyleLbl="bgAcc1" presStyleIdx="0" presStyleCnt="9">
        <dgm:presLayoutVars>
          <dgm:bulletEnabled val="1"/>
        </dgm:presLayoutVars>
      </dgm:prSet>
      <dgm:spPr/>
    </dgm:pt>
    <dgm:pt modelId="{22F51935-11B5-4413-A8D5-4DEE8B1E6761}" type="pres">
      <dgm:prSet presAssocID="{D365385B-0265-4FFC-ADE2-EBCC3E7CACEB}" presName="Name13" presStyleLbl="parChTrans1D2" presStyleIdx="1" presStyleCnt="9"/>
      <dgm:spPr/>
    </dgm:pt>
    <dgm:pt modelId="{C77AA5F8-E71F-4F99-B17B-561ABA8520D9}" type="pres">
      <dgm:prSet presAssocID="{50FE1BEC-4EBE-40BE-A950-DA5208B6FB4A}" presName="childText" presStyleLbl="bgAcc1" presStyleIdx="1" presStyleCnt="9">
        <dgm:presLayoutVars>
          <dgm:bulletEnabled val="1"/>
        </dgm:presLayoutVars>
      </dgm:prSet>
      <dgm:spPr/>
    </dgm:pt>
    <dgm:pt modelId="{5870BB9D-A143-4904-A3D1-83AAD723EE5B}" type="pres">
      <dgm:prSet presAssocID="{04BE6EEB-163B-4F78-A46A-0ED0771890A9}" presName="Name13" presStyleLbl="parChTrans1D2" presStyleIdx="2" presStyleCnt="9"/>
      <dgm:spPr/>
    </dgm:pt>
    <dgm:pt modelId="{5B7AA3FD-2379-4C2C-943F-D9ABA90C120C}" type="pres">
      <dgm:prSet presAssocID="{7956BAFB-AE32-48C4-8EBC-72DAA1E4DC60}" presName="childText" presStyleLbl="bgAcc1" presStyleIdx="2" presStyleCnt="9">
        <dgm:presLayoutVars>
          <dgm:bulletEnabled val="1"/>
        </dgm:presLayoutVars>
      </dgm:prSet>
      <dgm:spPr/>
    </dgm:pt>
    <dgm:pt modelId="{1B763E2D-2CA3-42D5-9A33-E2206456D7F6}" type="pres">
      <dgm:prSet presAssocID="{16945DB9-2564-4227-8D14-D720DE3C30DA}" presName="Name13" presStyleLbl="parChTrans1D2" presStyleIdx="3" presStyleCnt="9"/>
      <dgm:spPr/>
    </dgm:pt>
    <dgm:pt modelId="{A29C2E26-5089-4211-8D54-08CD255E6EE9}" type="pres">
      <dgm:prSet presAssocID="{5E7794CD-317E-463E-A085-FD538B7E656B}" presName="childText" presStyleLbl="bgAcc1" presStyleIdx="3" presStyleCnt="9">
        <dgm:presLayoutVars>
          <dgm:bulletEnabled val="1"/>
        </dgm:presLayoutVars>
      </dgm:prSet>
      <dgm:spPr/>
    </dgm:pt>
    <dgm:pt modelId="{39A970DC-D42B-49B1-BCE8-7F2F4BCCD9DB}" type="pres">
      <dgm:prSet presAssocID="{CAB99B16-339A-4DF9-A8A1-264878D6B777}" presName="root" presStyleCnt="0"/>
      <dgm:spPr/>
    </dgm:pt>
    <dgm:pt modelId="{A56EB61E-9344-4D13-B393-BAADC360CDAB}" type="pres">
      <dgm:prSet presAssocID="{CAB99B16-339A-4DF9-A8A1-264878D6B777}" presName="rootComposite" presStyleCnt="0"/>
      <dgm:spPr/>
    </dgm:pt>
    <dgm:pt modelId="{75356B70-8F83-4F16-B109-7525C781F471}" type="pres">
      <dgm:prSet presAssocID="{CAB99B16-339A-4DF9-A8A1-264878D6B777}" presName="rootText" presStyleLbl="node1" presStyleIdx="1" presStyleCnt="3"/>
      <dgm:spPr/>
    </dgm:pt>
    <dgm:pt modelId="{38072651-C1C5-4BFF-95A8-359C58CDC9C4}" type="pres">
      <dgm:prSet presAssocID="{CAB99B16-339A-4DF9-A8A1-264878D6B777}" presName="rootConnector" presStyleLbl="node1" presStyleIdx="1" presStyleCnt="3"/>
      <dgm:spPr/>
    </dgm:pt>
    <dgm:pt modelId="{1B39B066-2D86-4BD4-BCF2-23BD812B8046}" type="pres">
      <dgm:prSet presAssocID="{CAB99B16-339A-4DF9-A8A1-264878D6B777}" presName="childShape" presStyleCnt="0"/>
      <dgm:spPr/>
    </dgm:pt>
    <dgm:pt modelId="{184998BB-E80E-4C22-A9BE-976B36CD0F4D}" type="pres">
      <dgm:prSet presAssocID="{8ECF06B3-8BCB-45F8-AD87-E5221DD6C385}" presName="Name13" presStyleLbl="parChTrans1D2" presStyleIdx="4" presStyleCnt="9"/>
      <dgm:spPr/>
    </dgm:pt>
    <dgm:pt modelId="{E6B0CAF6-1DE4-471C-B55C-CE52C65F3AC4}" type="pres">
      <dgm:prSet presAssocID="{15B0A69E-A17D-4E9B-ACB8-8072B9272AC2}" presName="childText" presStyleLbl="bgAcc1" presStyleIdx="4" presStyleCnt="9">
        <dgm:presLayoutVars>
          <dgm:bulletEnabled val="1"/>
        </dgm:presLayoutVars>
      </dgm:prSet>
      <dgm:spPr/>
    </dgm:pt>
    <dgm:pt modelId="{318AAFDE-C5D1-4A1C-92ED-328F68FD4C97}" type="pres">
      <dgm:prSet presAssocID="{FE6D81D0-0F0D-43CF-BCA3-D6A75710C39A}" presName="Name13" presStyleLbl="parChTrans1D2" presStyleIdx="5" presStyleCnt="9"/>
      <dgm:spPr/>
    </dgm:pt>
    <dgm:pt modelId="{AD79F7C8-791F-4F3F-8920-73E7C8550A93}" type="pres">
      <dgm:prSet presAssocID="{069DB58B-D379-4289-B58C-EC402551C231}" presName="childText" presStyleLbl="bgAcc1" presStyleIdx="5" presStyleCnt="9">
        <dgm:presLayoutVars>
          <dgm:bulletEnabled val="1"/>
        </dgm:presLayoutVars>
      </dgm:prSet>
      <dgm:spPr/>
    </dgm:pt>
    <dgm:pt modelId="{01906759-FFE1-4709-9668-7AF1A29A9B65}" type="pres">
      <dgm:prSet presAssocID="{242745FB-4CB3-4205-AD59-9741A95E41DC}" presName="Name13" presStyleLbl="parChTrans1D2" presStyleIdx="6" presStyleCnt="9"/>
      <dgm:spPr/>
    </dgm:pt>
    <dgm:pt modelId="{379CE44F-C0D2-4986-8CAC-7FDC42AE3C46}" type="pres">
      <dgm:prSet presAssocID="{76642CB8-313D-4BD1-A81F-E1882C8D07E5}" presName="childText" presStyleLbl="bgAcc1" presStyleIdx="6" presStyleCnt="9">
        <dgm:presLayoutVars>
          <dgm:bulletEnabled val="1"/>
        </dgm:presLayoutVars>
      </dgm:prSet>
      <dgm:spPr/>
    </dgm:pt>
    <dgm:pt modelId="{5F4C1908-766A-4E49-AB81-6F5F5C794D83}" type="pres">
      <dgm:prSet presAssocID="{3772CF09-ACE0-4E41-9FF1-F039EE90B6AD}" presName="root" presStyleCnt="0"/>
      <dgm:spPr/>
    </dgm:pt>
    <dgm:pt modelId="{C6BD501E-6F4F-4D14-A264-24B5B951CFBB}" type="pres">
      <dgm:prSet presAssocID="{3772CF09-ACE0-4E41-9FF1-F039EE90B6AD}" presName="rootComposite" presStyleCnt="0"/>
      <dgm:spPr/>
    </dgm:pt>
    <dgm:pt modelId="{D64EA820-A26C-4419-B91A-2BDCB459A707}" type="pres">
      <dgm:prSet presAssocID="{3772CF09-ACE0-4E41-9FF1-F039EE90B6AD}" presName="rootText" presStyleLbl="node1" presStyleIdx="2" presStyleCnt="3"/>
      <dgm:spPr/>
    </dgm:pt>
    <dgm:pt modelId="{E0C18EFE-A2D7-49B3-9614-806E7E29BD1E}" type="pres">
      <dgm:prSet presAssocID="{3772CF09-ACE0-4E41-9FF1-F039EE90B6AD}" presName="rootConnector" presStyleLbl="node1" presStyleIdx="2" presStyleCnt="3"/>
      <dgm:spPr/>
    </dgm:pt>
    <dgm:pt modelId="{5E498DF4-D114-4DC8-AFCC-9DA75599090F}" type="pres">
      <dgm:prSet presAssocID="{3772CF09-ACE0-4E41-9FF1-F039EE90B6AD}" presName="childShape" presStyleCnt="0"/>
      <dgm:spPr/>
    </dgm:pt>
    <dgm:pt modelId="{536E39D3-460D-4C3F-A983-0D8EE814C934}" type="pres">
      <dgm:prSet presAssocID="{C7F0A49C-7318-48C5-9E66-296EBA7A0965}" presName="Name13" presStyleLbl="parChTrans1D2" presStyleIdx="7" presStyleCnt="9"/>
      <dgm:spPr/>
    </dgm:pt>
    <dgm:pt modelId="{ECB92183-8245-4C9B-8BCF-B79892DA49C5}" type="pres">
      <dgm:prSet presAssocID="{121BE9F0-21F9-4B61-98D5-081077DAC0B8}" presName="childText" presStyleLbl="bgAcc1" presStyleIdx="7" presStyleCnt="9">
        <dgm:presLayoutVars>
          <dgm:bulletEnabled val="1"/>
        </dgm:presLayoutVars>
      </dgm:prSet>
      <dgm:spPr/>
    </dgm:pt>
    <dgm:pt modelId="{D91104E0-6B34-4A66-8117-06C60CD0BE1F}" type="pres">
      <dgm:prSet presAssocID="{877B5B77-ACF2-4EEE-833F-4CB6810E89B3}" presName="Name13" presStyleLbl="parChTrans1D2" presStyleIdx="8" presStyleCnt="9"/>
      <dgm:spPr/>
    </dgm:pt>
    <dgm:pt modelId="{B79E4ABC-2198-449B-B14A-4F160EE97497}" type="pres">
      <dgm:prSet presAssocID="{C0968E32-4798-422F-988A-617041F1C778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40246301-50ED-403A-821F-B64D793C0DE5}" type="presOf" srcId="{4EB3481C-ABA4-4D9C-B68F-67E508B0C2C2}" destId="{663EE2BD-3076-457D-9353-BA49E9372A76}" srcOrd="0" destOrd="0" presId="urn:microsoft.com/office/officeart/2005/8/layout/hierarchy3"/>
    <dgm:cxn modelId="{E6213F05-6145-4A3E-98E7-FBA2419ABAD3}" type="presOf" srcId="{76642CB8-313D-4BD1-A81F-E1882C8D07E5}" destId="{379CE44F-C0D2-4986-8CAC-7FDC42AE3C46}" srcOrd="0" destOrd="0" presId="urn:microsoft.com/office/officeart/2005/8/layout/hierarchy3"/>
    <dgm:cxn modelId="{0CB5AC06-94F7-4A59-AA7D-B84005917B2D}" srcId="{CAB99B16-339A-4DF9-A8A1-264878D6B777}" destId="{069DB58B-D379-4289-B58C-EC402551C231}" srcOrd="1" destOrd="0" parTransId="{FE6D81D0-0F0D-43CF-BCA3-D6A75710C39A}" sibTransId="{46F4D83D-B34C-44D4-824D-4C19024EC15B}"/>
    <dgm:cxn modelId="{9C3B1F0C-AE6E-4067-B007-D9B3F148E0D2}" type="presOf" srcId="{069DB58B-D379-4289-B58C-EC402551C231}" destId="{AD79F7C8-791F-4F3F-8920-73E7C8550A93}" srcOrd="0" destOrd="0" presId="urn:microsoft.com/office/officeart/2005/8/layout/hierarchy3"/>
    <dgm:cxn modelId="{0E3B0D11-5F9A-4347-9477-9D87C9FB7173}" type="presOf" srcId="{3772CF09-ACE0-4E41-9FF1-F039EE90B6AD}" destId="{E0C18EFE-A2D7-49B3-9614-806E7E29BD1E}" srcOrd="1" destOrd="0" presId="urn:microsoft.com/office/officeart/2005/8/layout/hierarchy3"/>
    <dgm:cxn modelId="{CC730016-1839-4E17-B7D3-488B8C6F2B6B}" type="presOf" srcId="{C7F0A49C-7318-48C5-9E66-296EBA7A0965}" destId="{536E39D3-460D-4C3F-A983-0D8EE814C934}" srcOrd="0" destOrd="0" presId="urn:microsoft.com/office/officeart/2005/8/layout/hierarchy3"/>
    <dgm:cxn modelId="{3AF40118-D6D1-4475-B0D2-FF34864A463B}" type="presOf" srcId="{7956BAFB-AE32-48C4-8EBC-72DAA1E4DC60}" destId="{5B7AA3FD-2379-4C2C-943F-D9ABA90C120C}" srcOrd="0" destOrd="0" presId="urn:microsoft.com/office/officeart/2005/8/layout/hierarchy3"/>
    <dgm:cxn modelId="{0C6B921A-9CCE-4ED6-BDCE-CD35ADA7BA3B}" srcId="{4EB3481C-ABA4-4D9C-B68F-67E508B0C2C2}" destId="{7B5D68E9-E9B3-43A4-9D98-A0C562795662}" srcOrd="0" destOrd="0" parTransId="{0D031526-5D34-4B3F-95D7-DDEB5FB75C7B}" sibTransId="{71AC8B36-1EB3-445A-9B98-57218913E851}"/>
    <dgm:cxn modelId="{C98C111B-680E-4E87-8D24-6608767652CF}" type="presOf" srcId="{121BE9F0-21F9-4B61-98D5-081077DAC0B8}" destId="{ECB92183-8245-4C9B-8BCF-B79892DA49C5}" srcOrd="0" destOrd="0" presId="urn:microsoft.com/office/officeart/2005/8/layout/hierarchy3"/>
    <dgm:cxn modelId="{A872522A-E621-424B-9FF5-23C663393D9E}" type="presOf" srcId="{242745FB-4CB3-4205-AD59-9741A95E41DC}" destId="{01906759-FFE1-4709-9668-7AF1A29A9B65}" srcOrd="0" destOrd="0" presId="urn:microsoft.com/office/officeart/2005/8/layout/hierarchy3"/>
    <dgm:cxn modelId="{B0918F2C-AB40-4CBC-8FA4-359E3E54328C}" type="presOf" srcId="{15B0A69E-A17D-4E9B-ACB8-8072B9272AC2}" destId="{E6B0CAF6-1DE4-471C-B55C-CE52C65F3AC4}" srcOrd="0" destOrd="0" presId="urn:microsoft.com/office/officeart/2005/8/layout/hierarchy3"/>
    <dgm:cxn modelId="{74C0D62C-8F5F-4A17-8F14-C5C371E7109C}" type="presOf" srcId="{CAB99B16-339A-4DF9-A8A1-264878D6B777}" destId="{38072651-C1C5-4BFF-95A8-359C58CDC9C4}" srcOrd="1" destOrd="0" presId="urn:microsoft.com/office/officeart/2005/8/layout/hierarchy3"/>
    <dgm:cxn modelId="{FA15B636-2B20-4383-90B8-DD5C6CA523B2}" type="presOf" srcId="{CAB99B16-339A-4DF9-A8A1-264878D6B777}" destId="{75356B70-8F83-4F16-B109-7525C781F471}" srcOrd="0" destOrd="0" presId="urn:microsoft.com/office/officeart/2005/8/layout/hierarchy3"/>
    <dgm:cxn modelId="{DACE0A39-0A45-4E1E-A11D-A56673453A80}" srcId="{3772CF09-ACE0-4E41-9FF1-F039EE90B6AD}" destId="{C0968E32-4798-422F-988A-617041F1C778}" srcOrd="1" destOrd="0" parTransId="{877B5B77-ACF2-4EEE-833F-4CB6810E89B3}" sibTransId="{447F3092-0039-4D57-8327-DF6288E9699C}"/>
    <dgm:cxn modelId="{9F552139-95F1-4386-A71A-E16EAFA54409}" srcId="{7B5D68E9-E9B3-43A4-9D98-A0C562795662}" destId="{AEFAABEC-010E-491E-8AAE-03FEAF403359}" srcOrd="0" destOrd="0" parTransId="{22609D42-59B9-432E-90EC-D0300919621C}" sibTransId="{6998C8FE-F954-4C3B-AF0B-E19A29101E1D}"/>
    <dgm:cxn modelId="{0C283A3B-6650-4106-BDC7-BE69645FD33C}" srcId="{7B5D68E9-E9B3-43A4-9D98-A0C562795662}" destId="{5E7794CD-317E-463E-A085-FD538B7E656B}" srcOrd="3" destOrd="0" parTransId="{16945DB9-2564-4227-8D14-D720DE3C30DA}" sibTransId="{90C0DB79-1219-42A4-9C14-053DE8CDDD34}"/>
    <dgm:cxn modelId="{F563CA3B-2207-407C-B611-BDCC2FFE887F}" type="presOf" srcId="{3772CF09-ACE0-4E41-9FF1-F039EE90B6AD}" destId="{D64EA820-A26C-4419-B91A-2BDCB459A707}" srcOrd="0" destOrd="0" presId="urn:microsoft.com/office/officeart/2005/8/layout/hierarchy3"/>
    <dgm:cxn modelId="{0587A45F-1629-401B-B391-C708741A85EA}" type="presOf" srcId="{22609D42-59B9-432E-90EC-D0300919621C}" destId="{78067B49-FB0F-423E-9583-0647F6CE1692}" srcOrd="0" destOrd="0" presId="urn:microsoft.com/office/officeart/2005/8/layout/hierarchy3"/>
    <dgm:cxn modelId="{E5F6AE62-E4F9-4778-9D3E-B0A21533E9F5}" srcId="{4EB3481C-ABA4-4D9C-B68F-67E508B0C2C2}" destId="{3772CF09-ACE0-4E41-9FF1-F039EE90B6AD}" srcOrd="2" destOrd="0" parTransId="{B003F390-13F3-4475-9709-4FE190D3DF34}" sibTransId="{D6215CE8-60D0-4089-829A-95DDCCDC1CA7}"/>
    <dgm:cxn modelId="{9AD73349-DC73-4BFA-BCE2-75CC8C9B5A7C}" type="presOf" srcId="{50FE1BEC-4EBE-40BE-A950-DA5208B6FB4A}" destId="{C77AA5F8-E71F-4F99-B17B-561ABA8520D9}" srcOrd="0" destOrd="0" presId="urn:microsoft.com/office/officeart/2005/8/layout/hierarchy3"/>
    <dgm:cxn modelId="{BC6C756D-B0BD-4E55-8060-D037884B5D9C}" srcId="{3772CF09-ACE0-4E41-9FF1-F039EE90B6AD}" destId="{121BE9F0-21F9-4B61-98D5-081077DAC0B8}" srcOrd="0" destOrd="0" parTransId="{C7F0A49C-7318-48C5-9E66-296EBA7A0965}" sibTransId="{AEC8C2FB-35E4-4796-B3DD-17A7A5859426}"/>
    <dgm:cxn modelId="{C9C79B6E-32A1-4E6B-A28B-B9F8FDD782D3}" type="presOf" srcId="{5E7794CD-317E-463E-A085-FD538B7E656B}" destId="{A29C2E26-5089-4211-8D54-08CD255E6EE9}" srcOrd="0" destOrd="0" presId="urn:microsoft.com/office/officeart/2005/8/layout/hierarchy3"/>
    <dgm:cxn modelId="{D46E3F72-DC6C-4471-AA5C-D067C1001EC4}" type="presOf" srcId="{D365385B-0265-4FFC-ADE2-EBCC3E7CACEB}" destId="{22F51935-11B5-4413-A8D5-4DEE8B1E6761}" srcOrd="0" destOrd="0" presId="urn:microsoft.com/office/officeart/2005/8/layout/hierarchy3"/>
    <dgm:cxn modelId="{EE79EA73-0435-44A8-9EEB-ABEF535B4F79}" srcId="{CAB99B16-339A-4DF9-A8A1-264878D6B777}" destId="{15B0A69E-A17D-4E9B-ACB8-8072B9272AC2}" srcOrd="0" destOrd="0" parTransId="{8ECF06B3-8BCB-45F8-AD87-E5221DD6C385}" sibTransId="{4B375BEE-DEFA-43CF-93DC-70DBC451226D}"/>
    <dgm:cxn modelId="{988C7075-46C0-4F66-A12E-896DCFAA4204}" type="presOf" srcId="{7B5D68E9-E9B3-43A4-9D98-A0C562795662}" destId="{5253EAA5-3EEA-482D-956E-49FFB07CEB15}" srcOrd="0" destOrd="0" presId="urn:microsoft.com/office/officeart/2005/8/layout/hierarchy3"/>
    <dgm:cxn modelId="{17237177-CC2C-4ACA-A311-844BA9DB9DD5}" srcId="{4EB3481C-ABA4-4D9C-B68F-67E508B0C2C2}" destId="{CAB99B16-339A-4DF9-A8A1-264878D6B777}" srcOrd="1" destOrd="0" parTransId="{8778890E-1C89-4838-AE53-0869A9412546}" sibTransId="{7B5B6240-8F61-41D4-AC0F-D1444693C511}"/>
    <dgm:cxn modelId="{7C64FD80-8A0A-499B-9CDD-2807E4597271}" srcId="{CAB99B16-339A-4DF9-A8A1-264878D6B777}" destId="{76642CB8-313D-4BD1-A81F-E1882C8D07E5}" srcOrd="2" destOrd="0" parTransId="{242745FB-4CB3-4205-AD59-9741A95E41DC}" sibTransId="{F5C30E22-4D06-4F63-84C3-3F9F3CF3F327}"/>
    <dgm:cxn modelId="{F2A1B19A-7BDE-411D-A90F-025C2141A137}" type="presOf" srcId="{04BE6EEB-163B-4F78-A46A-0ED0771890A9}" destId="{5870BB9D-A143-4904-A3D1-83AAD723EE5B}" srcOrd="0" destOrd="0" presId="urn:microsoft.com/office/officeart/2005/8/layout/hierarchy3"/>
    <dgm:cxn modelId="{5229C8A4-BF88-4266-81EC-A8918CB33F51}" type="presOf" srcId="{8ECF06B3-8BCB-45F8-AD87-E5221DD6C385}" destId="{184998BB-E80E-4C22-A9BE-976B36CD0F4D}" srcOrd="0" destOrd="0" presId="urn:microsoft.com/office/officeart/2005/8/layout/hierarchy3"/>
    <dgm:cxn modelId="{9A655FC0-D13C-48CF-8947-5F057045DFD5}" srcId="{7B5D68E9-E9B3-43A4-9D98-A0C562795662}" destId="{50FE1BEC-4EBE-40BE-A950-DA5208B6FB4A}" srcOrd="1" destOrd="0" parTransId="{D365385B-0265-4FFC-ADE2-EBCC3E7CACEB}" sibTransId="{7D98F7FA-A0D2-458B-A48E-E6D8A396414A}"/>
    <dgm:cxn modelId="{77E6B1CA-ACD9-4970-83B0-0D99E92EC9BD}" type="presOf" srcId="{7B5D68E9-E9B3-43A4-9D98-A0C562795662}" destId="{E5EF35BC-3478-44E6-A296-5DFEBB86A1D9}" srcOrd="1" destOrd="0" presId="urn:microsoft.com/office/officeart/2005/8/layout/hierarchy3"/>
    <dgm:cxn modelId="{2372FBD3-8772-4985-BE8B-4341DEA47A16}" type="presOf" srcId="{16945DB9-2564-4227-8D14-D720DE3C30DA}" destId="{1B763E2D-2CA3-42D5-9A33-E2206456D7F6}" srcOrd="0" destOrd="0" presId="urn:microsoft.com/office/officeart/2005/8/layout/hierarchy3"/>
    <dgm:cxn modelId="{939D29DB-A2AF-4760-8A4D-F33032E9F88D}" type="presOf" srcId="{FE6D81D0-0F0D-43CF-BCA3-D6A75710C39A}" destId="{318AAFDE-C5D1-4A1C-92ED-328F68FD4C97}" srcOrd="0" destOrd="0" presId="urn:microsoft.com/office/officeart/2005/8/layout/hierarchy3"/>
    <dgm:cxn modelId="{C363FFE1-5C93-4456-B72F-72E24EB0AD36}" type="presOf" srcId="{AEFAABEC-010E-491E-8AAE-03FEAF403359}" destId="{7079BC55-3695-42F5-88AC-65428978B0E9}" srcOrd="0" destOrd="0" presId="urn:microsoft.com/office/officeart/2005/8/layout/hierarchy3"/>
    <dgm:cxn modelId="{0F808FE6-D745-4CD9-A66C-A5864A1BB858}" type="presOf" srcId="{C0968E32-4798-422F-988A-617041F1C778}" destId="{B79E4ABC-2198-449B-B14A-4F160EE97497}" srcOrd="0" destOrd="0" presId="urn:microsoft.com/office/officeart/2005/8/layout/hierarchy3"/>
    <dgm:cxn modelId="{745F0AF4-D13E-42A2-918C-FAA86DBD5263}" type="presOf" srcId="{877B5B77-ACF2-4EEE-833F-4CB6810E89B3}" destId="{D91104E0-6B34-4A66-8117-06C60CD0BE1F}" srcOrd="0" destOrd="0" presId="urn:microsoft.com/office/officeart/2005/8/layout/hierarchy3"/>
    <dgm:cxn modelId="{8F2820F7-BAEA-4BAC-9275-FBE9372C981F}" srcId="{7B5D68E9-E9B3-43A4-9D98-A0C562795662}" destId="{7956BAFB-AE32-48C4-8EBC-72DAA1E4DC60}" srcOrd="2" destOrd="0" parTransId="{04BE6EEB-163B-4F78-A46A-0ED0771890A9}" sibTransId="{967F63B9-176C-42FF-9D11-32CA28BCD780}"/>
    <dgm:cxn modelId="{582A9A0E-72FF-4E89-945E-4BC633057744}" type="presParOf" srcId="{663EE2BD-3076-457D-9353-BA49E9372A76}" destId="{9EB04801-F214-47A4-B6EE-8536FFF0944B}" srcOrd="0" destOrd="0" presId="urn:microsoft.com/office/officeart/2005/8/layout/hierarchy3"/>
    <dgm:cxn modelId="{4B620100-DF04-438D-9556-F581E32CDB68}" type="presParOf" srcId="{9EB04801-F214-47A4-B6EE-8536FFF0944B}" destId="{DA8BEFEE-5009-483F-AC3F-E0483BBFED82}" srcOrd="0" destOrd="0" presId="urn:microsoft.com/office/officeart/2005/8/layout/hierarchy3"/>
    <dgm:cxn modelId="{870A5E7D-53B8-48B1-AFC5-1D2BE35C0306}" type="presParOf" srcId="{DA8BEFEE-5009-483F-AC3F-E0483BBFED82}" destId="{5253EAA5-3EEA-482D-956E-49FFB07CEB15}" srcOrd="0" destOrd="0" presId="urn:microsoft.com/office/officeart/2005/8/layout/hierarchy3"/>
    <dgm:cxn modelId="{2489C1B0-8D96-4A3F-AABA-10940E90A313}" type="presParOf" srcId="{DA8BEFEE-5009-483F-AC3F-E0483BBFED82}" destId="{E5EF35BC-3478-44E6-A296-5DFEBB86A1D9}" srcOrd="1" destOrd="0" presId="urn:microsoft.com/office/officeart/2005/8/layout/hierarchy3"/>
    <dgm:cxn modelId="{9A0D6CC3-8AF7-4469-BC30-025E7F4315F5}" type="presParOf" srcId="{9EB04801-F214-47A4-B6EE-8536FFF0944B}" destId="{D561B00C-4588-4431-93D9-9DF1DCD0EE0B}" srcOrd="1" destOrd="0" presId="urn:microsoft.com/office/officeart/2005/8/layout/hierarchy3"/>
    <dgm:cxn modelId="{16B65E0C-D0F8-477F-80DC-6555AE3E6B09}" type="presParOf" srcId="{D561B00C-4588-4431-93D9-9DF1DCD0EE0B}" destId="{78067B49-FB0F-423E-9583-0647F6CE1692}" srcOrd="0" destOrd="0" presId="urn:microsoft.com/office/officeart/2005/8/layout/hierarchy3"/>
    <dgm:cxn modelId="{DDF27431-FCE1-4101-8811-AE1EA09449E3}" type="presParOf" srcId="{D561B00C-4588-4431-93D9-9DF1DCD0EE0B}" destId="{7079BC55-3695-42F5-88AC-65428978B0E9}" srcOrd="1" destOrd="0" presId="urn:microsoft.com/office/officeart/2005/8/layout/hierarchy3"/>
    <dgm:cxn modelId="{FC7F141C-7781-46FD-B33E-F02603E77EAD}" type="presParOf" srcId="{D561B00C-4588-4431-93D9-9DF1DCD0EE0B}" destId="{22F51935-11B5-4413-A8D5-4DEE8B1E6761}" srcOrd="2" destOrd="0" presId="urn:microsoft.com/office/officeart/2005/8/layout/hierarchy3"/>
    <dgm:cxn modelId="{CA4D25A6-565B-4A08-931C-CC9E100C9949}" type="presParOf" srcId="{D561B00C-4588-4431-93D9-9DF1DCD0EE0B}" destId="{C77AA5F8-E71F-4F99-B17B-561ABA8520D9}" srcOrd="3" destOrd="0" presId="urn:microsoft.com/office/officeart/2005/8/layout/hierarchy3"/>
    <dgm:cxn modelId="{10A95964-2AA1-4B28-8725-98DE4766996D}" type="presParOf" srcId="{D561B00C-4588-4431-93D9-9DF1DCD0EE0B}" destId="{5870BB9D-A143-4904-A3D1-83AAD723EE5B}" srcOrd="4" destOrd="0" presId="urn:microsoft.com/office/officeart/2005/8/layout/hierarchy3"/>
    <dgm:cxn modelId="{553CD3E2-984A-4BB1-8B78-0B81D83CFF3E}" type="presParOf" srcId="{D561B00C-4588-4431-93D9-9DF1DCD0EE0B}" destId="{5B7AA3FD-2379-4C2C-943F-D9ABA90C120C}" srcOrd="5" destOrd="0" presId="urn:microsoft.com/office/officeart/2005/8/layout/hierarchy3"/>
    <dgm:cxn modelId="{3A4661DF-1269-4C1E-AF39-D455D0420919}" type="presParOf" srcId="{D561B00C-4588-4431-93D9-9DF1DCD0EE0B}" destId="{1B763E2D-2CA3-42D5-9A33-E2206456D7F6}" srcOrd="6" destOrd="0" presId="urn:microsoft.com/office/officeart/2005/8/layout/hierarchy3"/>
    <dgm:cxn modelId="{E4179A48-2293-4F9F-A239-1A2D370D79DE}" type="presParOf" srcId="{D561B00C-4588-4431-93D9-9DF1DCD0EE0B}" destId="{A29C2E26-5089-4211-8D54-08CD255E6EE9}" srcOrd="7" destOrd="0" presId="urn:microsoft.com/office/officeart/2005/8/layout/hierarchy3"/>
    <dgm:cxn modelId="{563908C5-1F1B-4BEB-9783-1F8D348B9E3C}" type="presParOf" srcId="{663EE2BD-3076-457D-9353-BA49E9372A76}" destId="{39A970DC-D42B-49B1-BCE8-7F2F4BCCD9DB}" srcOrd="1" destOrd="0" presId="urn:microsoft.com/office/officeart/2005/8/layout/hierarchy3"/>
    <dgm:cxn modelId="{DE71132E-48F9-4216-963B-7A8279B250A3}" type="presParOf" srcId="{39A970DC-D42B-49B1-BCE8-7F2F4BCCD9DB}" destId="{A56EB61E-9344-4D13-B393-BAADC360CDAB}" srcOrd="0" destOrd="0" presId="urn:microsoft.com/office/officeart/2005/8/layout/hierarchy3"/>
    <dgm:cxn modelId="{B25FE013-E6CB-43A7-84A2-0042440D2332}" type="presParOf" srcId="{A56EB61E-9344-4D13-B393-BAADC360CDAB}" destId="{75356B70-8F83-4F16-B109-7525C781F471}" srcOrd="0" destOrd="0" presId="urn:microsoft.com/office/officeart/2005/8/layout/hierarchy3"/>
    <dgm:cxn modelId="{1AFDD4A4-8960-44B2-86F6-0F2BAA6AE1A5}" type="presParOf" srcId="{A56EB61E-9344-4D13-B393-BAADC360CDAB}" destId="{38072651-C1C5-4BFF-95A8-359C58CDC9C4}" srcOrd="1" destOrd="0" presId="urn:microsoft.com/office/officeart/2005/8/layout/hierarchy3"/>
    <dgm:cxn modelId="{570A53D6-071B-4C41-AC7A-0E45564B391A}" type="presParOf" srcId="{39A970DC-D42B-49B1-BCE8-7F2F4BCCD9DB}" destId="{1B39B066-2D86-4BD4-BCF2-23BD812B8046}" srcOrd="1" destOrd="0" presId="urn:microsoft.com/office/officeart/2005/8/layout/hierarchy3"/>
    <dgm:cxn modelId="{565CE1CC-47B6-4AF8-BDE4-6B610A410BE2}" type="presParOf" srcId="{1B39B066-2D86-4BD4-BCF2-23BD812B8046}" destId="{184998BB-E80E-4C22-A9BE-976B36CD0F4D}" srcOrd="0" destOrd="0" presId="urn:microsoft.com/office/officeart/2005/8/layout/hierarchy3"/>
    <dgm:cxn modelId="{E21E15FE-17E1-41C0-91C9-F8E2FCFB4947}" type="presParOf" srcId="{1B39B066-2D86-4BD4-BCF2-23BD812B8046}" destId="{E6B0CAF6-1DE4-471C-B55C-CE52C65F3AC4}" srcOrd="1" destOrd="0" presId="urn:microsoft.com/office/officeart/2005/8/layout/hierarchy3"/>
    <dgm:cxn modelId="{193635A7-03A7-409E-B10B-279255E2A105}" type="presParOf" srcId="{1B39B066-2D86-4BD4-BCF2-23BD812B8046}" destId="{318AAFDE-C5D1-4A1C-92ED-328F68FD4C97}" srcOrd="2" destOrd="0" presId="urn:microsoft.com/office/officeart/2005/8/layout/hierarchy3"/>
    <dgm:cxn modelId="{9171FFE7-92FD-45CC-AD7F-1645F7B9FEFB}" type="presParOf" srcId="{1B39B066-2D86-4BD4-BCF2-23BD812B8046}" destId="{AD79F7C8-791F-4F3F-8920-73E7C8550A93}" srcOrd="3" destOrd="0" presId="urn:microsoft.com/office/officeart/2005/8/layout/hierarchy3"/>
    <dgm:cxn modelId="{39A491F4-6B70-480A-B6B0-83735485840F}" type="presParOf" srcId="{1B39B066-2D86-4BD4-BCF2-23BD812B8046}" destId="{01906759-FFE1-4709-9668-7AF1A29A9B65}" srcOrd="4" destOrd="0" presId="urn:microsoft.com/office/officeart/2005/8/layout/hierarchy3"/>
    <dgm:cxn modelId="{C9AD5DD5-3A0A-4B70-A6C0-7F3902F4FADE}" type="presParOf" srcId="{1B39B066-2D86-4BD4-BCF2-23BD812B8046}" destId="{379CE44F-C0D2-4986-8CAC-7FDC42AE3C46}" srcOrd="5" destOrd="0" presId="urn:microsoft.com/office/officeart/2005/8/layout/hierarchy3"/>
    <dgm:cxn modelId="{F05C3657-EFB8-4914-9CB7-720EBDBC1DAA}" type="presParOf" srcId="{663EE2BD-3076-457D-9353-BA49E9372A76}" destId="{5F4C1908-766A-4E49-AB81-6F5F5C794D83}" srcOrd="2" destOrd="0" presId="urn:microsoft.com/office/officeart/2005/8/layout/hierarchy3"/>
    <dgm:cxn modelId="{D824D80F-BDDC-4D6C-B096-282C50BE72FA}" type="presParOf" srcId="{5F4C1908-766A-4E49-AB81-6F5F5C794D83}" destId="{C6BD501E-6F4F-4D14-A264-24B5B951CFBB}" srcOrd="0" destOrd="0" presId="urn:microsoft.com/office/officeart/2005/8/layout/hierarchy3"/>
    <dgm:cxn modelId="{334A5685-7D9C-4177-83CF-CE23EB1F0D35}" type="presParOf" srcId="{C6BD501E-6F4F-4D14-A264-24B5B951CFBB}" destId="{D64EA820-A26C-4419-B91A-2BDCB459A707}" srcOrd="0" destOrd="0" presId="urn:microsoft.com/office/officeart/2005/8/layout/hierarchy3"/>
    <dgm:cxn modelId="{FCE8E05B-73A0-4698-8C59-D3352E2ECD15}" type="presParOf" srcId="{C6BD501E-6F4F-4D14-A264-24B5B951CFBB}" destId="{E0C18EFE-A2D7-49B3-9614-806E7E29BD1E}" srcOrd="1" destOrd="0" presId="urn:microsoft.com/office/officeart/2005/8/layout/hierarchy3"/>
    <dgm:cxn modelId="{2EE8098A-AAC6-4360-AFCA-2F45812E1141}" type="presParOf" srcId="{5F4C1908-766A-4E49-AB81-6F5F5C794D83}" destId="{5E498DF4-D114-4DC8-AFCC-9DA75599090F}" srcOrd="1" destOrd="0" presId="urn:microsoft.com/office/officeart/2005/8/layout/hierarchy3"/>
    <dgm:cxn modelId="{9A67B467-8C54-42B1-BD76-DE9C846031C7}" type="presParOf" srcId="{5E498DF4-D114-4DC8-AFCC-9DA75599090F}" destId="{536E39D3-460D-4C3F-A983-0D8EE814C934}" srcOrd="0" destOrd="0" presId="urn:microsoft.com/office/officeart/2005/8/layout/hierarchy3"/>
    <dgm:cxn modelId="{6454B758-4713-407D-A49F-F2374177283F}" type="presParOf" srcId="{5E498DF4-D114-4DC8-AFCC-9DA75599090F}" destId="{ECB92183-8245-4C9B-8BCF-B79892DA49C5}" srcOrd="1" destOrd="0" presId="urn:microsoft.com/office/officeart/2005/8/layout/hierarchy3"/>
    <dgm:cxn modelId="{C6F4A58E-0CDC-4A79-9D6A-52EAA6C78273}" type="presParOf" srcId="{5E498DF4-D114-4DC8-AFCC-9DA75599090F}" destId="{D91104E0-6B34-4A66-8117-06C60CD0BE1F}" srcOrd="2" destOrd="0" presId="urn:microsoft.com/office/officeart/2005/8/layout/hierarchy3"/>
    <dgm:cxn modelId="{0F1A8DA5-0C5C-41E9-BEAD-910C2E6615BA}" type="presParOf" srcId="{5E498DF4-D114-4DC8-AFCC-9DA75599090F}" destId="{B79E4ABC-2198-449B-B14A-4F160EE9749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5D5C50E-6971-41B9-B93A-1A652337BF91}" type="doc">
      <dgm:prSet loTypeId="urn:microsoft.com/office/officeart/2005/8/layout/hList1" loCatId="list" qsTypeId="urn:microsoft.com/office/officeart/2005/8/quickstyle/simple5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C6021BF4-4153-4B54-B238-64C3E0AA0C13}">
      <dgm:prSet/>
      <dgm:spPr/>
      <dgm:t>
        <a:bodyPr/>
        <a:lstStyle/>
        <a:p>
          <a:r>
            <a:rPr lang="en-US" b="1" dirty="0"/>
            <a:t>Quarterly Reports (Every 3 Months)  </a:t>
          </a:r>
        </a:p>
      </dgm:t>
    </dgm:pt>
    <dgm:pt modelId="{E803A565-CF92-4572-81BF-ECFD5D893106}" type="parTrans" cxnId="{D55129D6-2908-4C8F-A60F-70457CC6C452}">
      <dgm:prSet/>
      <dgm:spPr/>
      <dgm:t>
        <a:bodyPr/>
        <a:lstStyle/>
        <a:p>
          <a:endParaRPr lang="en-US"/>
        </a:p>
      </dgm:t>
    </dgm:pt>
    <dgm:pt modelId="{E2765B05-4F9B-4EF5-B9FD-B96D50E60BF0}" type="sibTrans" cxnId="{D55129D6-2908-4C8F-A60F-70457CC6C452}">
      <dgm:prSet/>
      <dgm:spPr/>
      <dgm:t>
        <a:bodyPr/>
        <a:lstStyle/>
        <a:p>
          <a:endParaRPr lang="en-US"/>
        </a:p>
      </dgm:t>
    </dgm:pt>
    <dgm:pt modelId="{432A2215-A93B-4591-87FD-C505D13CEE16}">
      <dgm:prSet/>
      <dgm:spPr/>
      <dgm:t>
        <a:bodyPr/>
        <a:lstStyle/>
        <a:p>
          <a:r>
            <a:rPr lang="en-US"/>
            <a:t>Assessment of program progress using KPIs.  </a:t>
          </a:r>
        </a:p>
      </dgm:t>
    </dgm:pt>
    <dgm:pt modelId="{E507B17F-BAA0-4D68-BCCB-F8F759327672}" type="parTrans" cxnId="{771214D4-838B-4D19-88DF-6677B6BA6B53}">
      <dgm:prSet/>
      <dgm:spPr/>
      <dgm:t>
        <a:bodyPr/>
        <a:lstStyle/>
        <a:p>
          <a:endParaRPr lang="en-US"/>
        </a:p>
      </dgm:t>
    </dgm:pt>
    <dgm:pt modelId="{0C761996-574F-4DA0-89F4-993088440D57}" type="sibTrans" cxnId="{771214D4-838B-4D19-88DF-6677B6BA6B53}">
      <dgm:prSet/>
      <dgm:spPr/>
      <dgm:t>
        <a:bodyPr/>
        <a:lstStyle/>
        <a:p>
          <a:endParaRPr lang="en-US"/>
        </a:p>
      </dgm:t>
    </dgm:pt>
    <dgm:pt modelId="{96E39640-D6E0-45AE-9C9C-0DF27488D4B7}">
      <dgm:prSet/>
      <dgm:spPr/>
      <dgm:t>
        <a:bodyPr/>
        <a:lstStyle/>
        <a:p>
          <a:r>
            <a:rPr lang="en-US"/>
            <a:t>Challenges, lessons learned, and adjustments needed.  </a:t>
          </a:r>
        </a:p>
      </dgm:t>
    </dgm:pt>
    <dgm:pt modelId="{D9FFC592-412C-461E-8ABA-09AEF1C56A6D}" type="parTrans" cxnId="{A905850E-EB3C-4DAE-9801-80ABB0D3FA8C}">
      <dgm:prSet/>
      <dgm:spPr/>
      <dgm:t>
        <a:bodyPr/>
        <a:lstStyle/>
        <a:p>
          <a:endParaRPr lang="en-US"/>
        </a:p>
      </dgm:t>
    </dgm:pt>
    <dgm:pt modelId="{3F609329-8C0B-4F3E-B208-80ABEFE46DAE}" type="sibTrans" cxnId="{A905850E-EB3C-4DAE-9801-80ABB0D3FA8C}">
      <dgm:prSet/>
      <dgm:spPr/>
      <dgm:t>
        <a:bodyPr/>
        <a:lstStyle/>
        <a:p>
          <a:endParaRPr lang="en-US"/>
        </a:p>
      </dgm:t>
    </dgm:pt>
    <dgm:pt modelId="{78D83255-87FD-4D40-A37B-E28949205215}">
      <dgm:prSet/>
      <dgm:spPr/>
      <dgm:t>
        <a:bodyPr/>
        <a:lstStyle/>
        <a:p>
          <a:r>
            <a:rPr lang="en-US"/>
            <a:t>Financial report on budget utilization and funding updates.  </a:t>
          </a:r>
        </a:p>
      </dgm:t>
    </dgm:pt>
    <dgm:pt modelId="{C1ED641B-6E48-4C82-83BB-B68C5CC38230}" type="parTrans" cxnId="{BE50C8F1-7B7E-4F36-A271-F05590DCE567}">
      <dgm:prSet/>
      <dgm:spPr/>
      <dgm:t>
        <a:bodyPr/>
        <a:lstStyle/>
        <a:p>
          <a:endParaRPr lang="en-US"/>
        </a:p>
      </dgm:t>
    </dgm:pt>
    <dgm:pt modelId="{F5061D57-80AF-454E-9056-CCFCC803F97F}" type="sibTrans" cxnId="{BE50C8F1-7B7E-4F36-A271-F05590DCE567}">
      <dgm:prSet/>
      <dgm:spPr/>
      <dgm:t>
        <a:bodyPr/>
        <a:lstStyle/>
        <a:p>
          <a:endParaRPr lang="en-US"/>
        </a:p>
      </dgm:t>
    </dgm:pt>
    <dgm:pt modelId="{6CFCD72C-0653-47E7-8952-B324F357451A}">
      <dgm:prSet/>
      <dgm:spPr/>
      <dgm:t>
        <a:bodyPr/>
        <a:lstStyle/>
        <a:p>
          <a:r>
            <a:rPr lang="en-US"/>
            <a:t>Submitted to leadership, board members, and key partners.  </a:t>
          </a:r>
        </a:p>
      </dgm:t>
    </dgm:pt>
    <dgm:pt modelId="{DF0DCE3B-BB68-4331-ABE2-0D6D0F1E2AFB}" type="parTrans" cxnId="{019F212D-3BD7-48A7-85F0-0BFDFFFEDF7A}">
      <dgm:prSet/>
      <dgm:spPr/>
      <dgm:t>
        <a:bodyPr/>
        <a:lstStyle/>
        <a:p>
          <a:endParaRPr lang="en-US"/>
        </a:p>
      </dgm:t>
    </dgm:pt>
    <dgm:pt modelId="{C6A11050-C012-4675-8450-23D472A14770}" type="sibTrans" cxnId="{019F212D-3BD7-48A7-85F0-0BFDFFFEDF7A}">
      <dgm:prSet/>
      <dgm:spPr/>
      <dgm:t>
        <a:bodyPr/>
        <a:lstStyle/>
        <a:p>
          <a:endParaRPr lang="en-US"/>
        </a:p>
      </dgm:t>
    </dgm:pt>
    <dgm:pt modelId="{5FC6572C-0BFE-41ED-9E16-250A19429F43}">
      <dgm:prSet/>
      <dgm:spPr/>
      <dgm:t>
        <a:bodyPr/>
        <a:lstStyle/>
        <a:p>
          <a:r>
            <a:rPr lang="en-US" b="1" dirty="0"/>
            <a:t>Annual Reports (End of Each Year)  </a:t>
          </a:r>
        </a:p>
      </dgm:t>
    </dgm:pt>
    <dgm:pt modelId="{49FAE77A-D49A-46D5-BAD6-0358C34108B4}" type="parTrans" cxnId="{D7B1FFCA-1A32-429E-BC9D-EF1FDF62310D}">
      <dgm:prSet/>
      <dgm:spPr/>
      <dgm:t>
        <a:bodyPr/>
        <a:lstStyle/>
        <a:p>
          <a:endParaRPr lang="en-US"/>
        </a:p>
      </dgm:t>
    </dgm:pt>
    <dgm:pt modelId="{32098C93-2E0D-4B99-B87A-F0342777F3A9}" type="sibTrans" cxnId="{D7B1FFCA-1A32-429E-BC9D-EF1FDF62310D}">
      <dgm:prSet/>
      <dgm:spPr/>
      <dgm:t>
        <a:bodyPr/>
        <a:lstStyle/>
        <a:p>
          <a:endParaRPr lang="en-US"/>
        </a:p>
      </dgm:t>
    </dgm:pt>
    <dgm:pt modelId="{8A663DC2-104F-4A0E-96A8-1ADFE6215CB8}">
      <dgm:prSet/>
      <dgm:spPr/>
      <dgm:t>
        <a:bodyPr/>
        <a:lstStyle/>
        <a:p>
          <a:r>
            <a:rPr lang="en-US" dirty="0"/>
            <a:t>Comprehensive review of all programs and activities.  </a:t>
          </a:r>
        </a:p>
      </dgm:t>
    </dgm:pt>
    <dgm:pt modelId="{2438A181-5DEA-4D78-97BB-44FCE941BA50}" type="parTrans" cxnId="{2B8FEDEE-9130-4C1D-805A-ED84F27063FE}">
      <dgm:prSet/>
      <dgm:spPr/>
      <dgm:t>
        <a:bodyPr/>
        <a:lstStyle/>
        <a:p>
          <a:endParaRPr lang="en-US"/>
        </a:p>
      </dgm:t>
    </dgm:pt>
    <dgm:pt modelId="{96AF672F-06A0-4411-9A22-96198971BA55}" type="sibTrans" cxnId="{2B8FEDEE-9130-4C1D-805A-ED84F27063FE}">
      <dgm:prSet/>
      <dgm:spPr/>
      <dgm:t>
        <a:bodyPr/>
        <a:lstStyle/>
        <a:p>
          <a:endParaRPr lang="en-US"/>
        </a:p>
      </dgm:t>
    </dgm:pt>
    <dgm:pt modelId="{EE8443C8-ED40-4631-8DC8-59AA8B5A0118}">
      <dgm:prSet/>
      <dgm:spPr/>
      <dgm:t>
        <a:bodyPr/>
        <a:lstStyle/>
        <a:p>
          <a:r>
            <a:rPr lang="en-US"/>
            <a:t>Success stories and case studies showcasing impact.  </a:t>
          </a:r>
        </a:p>
      </dgm:t>
    </dgm:pt>
    <dgm:pt modelId="{9EE9E84B-8CD0-489A-8AD9-BDA4AA5CF1BA}" type="parTrans" cxnId="{65E4D5E4-8593-48ED-B77A-EE994804B2B2}">
      <dgm:prSet/>
      <dgm:spPr/>
      <dgm:t>
        <a:bodyPr/>
        <a:lstStyle/>
        <a:p>
          <a:endParaRPr lang="en-US"/>
        </a:p>
      </dgm:t>
    </dgm:pt>
    <dgm:pt modelId="{4B6F52B6-59E3-4176-9414-AD5065A47133}" type="sibTrans" cxnId="{65E4D5E4-8593-48ED-B77A-EE994804B2B2}">
      <dgm:prSet/>
      <dgm:spPr/>
      <dgm:t>
        <a:bodyPr/>
        <a:lstStyle/>
        <a:p>
          <a:endParaRPr lang="en-US"/>
        </a:p>
      </dgm:t>
    </dgm:pt>
    <dgm:pt modelId="{6FF6752F-DA14-4A73-B301-1B1C08F931F9}">
      <dgm:prSet/>
      <dgm:spPr/>
      <dgm:t>
        <a:bodyPr/>
        <a:lstStyle/>
        <a:p>
          <a:r>
            <a:rPr lang="en-US"/>
            <a:t>Financial performance and sustainability plan updates.  </a:t>
          </a:r>
        </a:p>
      </dgm:t>
    </dgm:pt>
    <dgm:pt modelId="{66A759C7-B8F4-4905-97CE-6814DAFC2FB5}" type="parTrans" cxnId="{71AE4588-47D2-4C78-A958-853AE3F6BE8A}">
      <dgm:prSet/>
      <dgm:spPr/>
      <dgm:t>
        <a:bodyPr/>
        <a:lstStyle/>
        <a:p>
          <a:endParaRPr lang="en-US"/>
        </a:p>
      </dgm:t>
    </dgm:pt>
    <dgm:pt modelId="{E5638BC9-06C0-4735-841C-17D3059E999B}" type="sibTrans" cxnId="{71AE4588-47D2-4C78-A958-853AE3F6BE8A}">
      <dgm:prSet/>
      <dgm:spPr/>
      <dgm:t>
        <a:bodyPr/>
        <a:lstStyle/>
        <a:p>
          <a:endParaRPr lang="en-US"/>
        </a:p>
      </dgm:t>
    </dgm:pt>
    <dgm:pt modelId="{AA3EF29C-D0C7-4703-8C02-953C0656C8E2}">
      <dgm:prSet/>
      <dgm:spPr/>
      <dgm:t>
        <a:bodyPr/>
        <a:lstStyle/>
        <a:p>
          <a:r>
            <a:rPr lang="en-US"/>
            <a:t>Recommendations for the next year’s strategic adjustments.  </a:t>
          </a:r>
        </a:p>
      </dgm:t>
    </dgm:pt>
    <dgm:pt modelId="{57137BEA-8CAA-43B6-99BE-97AA64C90F89}" type="parTrans" cxnId="{7C63185B-BD21-4B64-9419-4F1CA84884CF}">
      <dgm:prSet/>
      <dgm:spPr/>
      <dgm:t>
        <a:bodyPr/>
        <a:lstStyle/>
        <a:p>
          <a:endParaRPr lang="en-US"/>
        </a:p>
      </dgm:t>
    </dgm:pt>
    <dgm:pt modelId="{CE32E055-4460-49AB-B588-0D30293E2102}" type="sibTrans" cxnId="{7C63185B-BD21-4B64-9419-4F1CA84884CF}">
      <dgm:prSet/>
      <dgm:spPr/>
      <dgm:t>
        <a:bodyPr/>
        <a:lstStyle/>
        <a:p>
          <a:endParaRPr lang="en-US"/>
        </a:p>
      </dgm:t>
    </dgm:pt>
    <dgm:pt modelId="{9DA2C22A-9913-4BA4-8D17-C9E9C22B2334}">
      <dgm:prSet/>
      <dgm:spPr/>
      <dgm:t>
        <a:bodyPr/>
        <a:lstStyle/>
        <a:p>
          <a:r>
            <a:rPr lang="en-US"/>
            <a:t>Shared with stakeholders, funders, and government bodies.  </a:t>
          </a:r>
        </a:p>
      </dgm:t>
    </dgm:pt>
    <dgm:pt modelId="{E1F595E9-A16D-460F-B308-D184B32B3A1C}" type="parTrans" cxnId="{71CB2225-746D-442C-B6E2-120D4E2EEE76}">
      <dgm:prSet/>
      <dgm:spPr/>
      <dgm:t>
        <a:bodyPr/>
        <a:lstStyle/>
        <a:p>
          <a:endParaRPr lang="en-US"/>
        </a:p>
      </dgm:t>
    </dgm:pt>
    <dgm:pt modelId="{E0D986E6-3D96-4625-AB07-B242ACAA1E36}" type="sibTrans" cxnId="{71CB2225-746D-442C-B6E2-120D4E2EEE76}">
      <dgm:prSet/>
      <dgm:spPr/>
      <dgm:t>
        <a:bodyPr/>
        <a:lstStyle/>
        <a:p>
          <a:endParaRPr lang="en-US"/>
        </a:p>
      </dgm:t>
    </dgm:pt>
    <dgm:pt modelId="{E9F2D09C-7A5C-4892-8A0B-EB46E8D1F17B}">
      <dgm:prSet/>
      <dgm:spPr/>
      <dgm:t>
        <a:bodyPr/>
        <a:lstStyle/>
        <a:p>
          <a:r>
            <a:rPr lang="en-US" b="1" dirty="0"/>
            <a:t>Mid-Term Review (End of 2026)  </a:t>
          </a:r>
        </a:p>
      </dgm:t>
    </dgm:pt>
    <dgm:pt modelId="{0546EC7F-984A-4C11-BB30-C646A784D742}" type="parTrans" cxnId="{16E834D0-DB7D-40A6-BB50-15F9A1A43FDF}">
      <dgm:prSet/>
      <dgm:spPr/>
      <dgm:t>
        <a:bodyPr/>
        <a:lstStyle/>
        <a:p>
          <a:endParaRPr lang="en-US"/>
        </a:p>
      </dgm:t>
    </dgm:pt>
    <dgm:pt modelId="{2A2AFDF5-6194-4C6E-A65D-F766B97BDFB0}" type="sibTrans" cxnId="{16E834D0-DB7D-40A6-BB50-15F9A1A43FDF}">
      <dgm:prSet/>
      <dgm:spPr/>
      <dgm:t>
        <a:bodyPr/>
        <a:lstStyle/>
        <a:p>
          <a:endParaRPr lang="en-US"/>
        </a:p>
      </dgm:t>
    </dgm:pt>
    <dgm:pt modelId="{1DBDF3E7-1964-46F3-A06D-CF6084D0BB47}">
      <dgm:prSet/>
      <dgm:spPr/>
      <dgm:t>
        <a:bodyPr/>
        <a:lstStyle/>
        <a:p>
          <a:r>
            <a:rPr lang="en-US"/>
            <a:t>In-depth analysis of the first two years of implementation.  </a:t>
          </a:r>
        </a:p>
      </dgm:t>
    </dgm:pt>
    <dgm:pt modelId="{768D34A0-AD28-4B77-AC78-CDACEF4D9FFE}" type="parTrans" cxnId="{07F5AB67-018D-4E97-AA28-F787003B09CD}">
      <dgm:prSet/>
      <dgm:spPr/>
      <dgm:t>
        <a:bodyPr/>
        <a:lstStyle/>
        <a:p>
          <a:endParaRPr lang="en-US"/>
        </a:p>
      </dgm:t>
    </dgm:pt>
    <dgm:pt modelId="{5A165B2D-233E-4F7D-8687-1F5629907E1A}" type="sibTrans" cxnId="{07F5AB67-018D-4E97-AA28-F787003B09CD}">
      <dgm:prSet/>
      <dgm:spPr/>
      <dgm:t>
        <a:bodyPr/>
        <a:lstStyle/>
        <a:p>
          <a:endParaRPr lang="en-US"/>
        </a:p>
      </dgm:t>
    </dgm:pt>
    <dgm:pt modelId="{5964B419-A989-447C-8078-D7B09A555F55}">
      <dgm:prSet/>
      <dgm:spPr/>
      <dgm:t>
        <a:bodyPr/>
        <a:lstStyle/>
        <a:p>
          <a:r>
            <a:rPr lang="en-US"/>
            <a:t>Adjustments to strategy based on achievements and challenges.  </a:t>
          </a:r>
        </a:p>
      </dgm:t>
    </dgm:pt>
    <dgm:pt modelId="{411AA919-2D10-48F3-AE1D-26832C6A0A0A}" type="parTrans" cxnId="{50849A96-DA5D-42B7-9A02-5203DE2BA7B1}">
      <dgm:prSet/>
      <dgm:spPr/>
      <dgm:t>
        <a:bodyPr/>
        <a:lstStyle/>
        <a:p>
          <a:endParaRPr lang="en-US"/>
        </a:p>
      </dgm:t>
    </dgm:pt>
    <dgm:pt modelId="{F2930627-C7E8-4663-9E1B-56779E28351D}" type="sibTrans" cxnId="{50849A96-DA5D-42B7-9A02-5203DE2BA7B1}">
      <dgm:prSet/>
      <dgm:spPr/>
      <dgm:t>
        <a:bodyPr/>
        <a:lstStyle/>
        <a:p>
          <a:endParaRPr lang="en-US"/>
        </a:p>
      </dgm:t>
    </dgm:pt>
    <dgm:pt modelId="{E96CBD9F-676D-4FCB-A137-986EC941391F}">
      <dgm:prSet/>
      <dgm:spPr/>
      <dgm:t>
        <a:bodyPr/>
        <a:lstStyle/>
        <a:p>
          <a:r>
            <a:rPr lang="en-US"/>
            <a:t>Strengthening areas that need improvement before the final phase.  </a:t>
          </a:r>
        </a:p>
      </dgm:t>
    </dgm:pt>
    <dgm:pt modelId="{088650FC-1D60-44BE-8920-84A2567E73B2}" type="parTrans" cxnId="{CBCCBE85-0DD5-46EF-A88F-4F15671AD4A6}">
      <dgm:prSet/>
      <dgm:spPr/>
      <dgm:t>
        <a:bodyPr/>
        <a:lstStyle/>
        <a:p>
          <a:endParaRPr lang="en-US"/>
        </a:p>
      </dgm:t>
    </dgm:pt>
    <dgm:pt modelId="{1B0641A9-2FE4-43C5-BD90-0EEA2E07CB91}" type="sibTrans" cxnId="{CBCCBE85-0DD5-46EF-A88F-4F15671AD4A6}">
      <dgm:prSet/>
      <dgm:spPr/>
      <dgm:t>
        <a:bodyPr/>
        <a:lstStyle/>
        <a:p>
          <a:endParaRPr lang="en-US"/>
        </a:p>
      </dgm:t>
    </dgm:pt>
    <dgm:pt modelId="{0A44BF47-AF66-437A-87B0-4C1234ABA4DE}">
      <dgm:prSet/>
      <dgm:spPr/>
      <dgm:t>
        <a:bodyPr/>
        <a:lstStyle/>
        <a:p>
          <a:r>
            <a:rPr lang="en-US" b="1" dirty="0"/>
            <a:t>Final Impact Assessment (End of 2027)  </a:t>
          </a:r>
        </a:p>
      </dgm:t>
    </dgm:pt>
    <dgm:pt modelId="{87A52373-1EFD-47A3-B329-C8B412BCF25B}" type="parTrans" cxnId="{43C72A5A-2E18-46CD-9953-1DE930961532}">
      <dgm:prSet/>
      <dgm:spPr/>
      <dgm:t>
        <a:bodyPr/>
        <a:lstStyle/>
        <a:p>
          <a:endParaRPr lang="en-US"/>
        </a:p>
      </dgm:t>
    </dgm:pt>
    <dgm:pt modelId="{E9978F63-A5C1-45E3-B123-AC84E132F454}" type="sibTrans" cxnId="{43C72A5A-2E18-46CD-9953-1DE930961532}">
      <dgm:prSet/>
      <dgm:spPr/>
      <dgm:t>
        <a:bodyPr/>
        <a:lstStyle/>
        <a:p>
          <a:endParaRPr lang="en-US"/>
        </a:p>
      </dgm:t>
    </dgm:pt>
    <dgm:pt modelId="{F432C362-0B3B-4143-A00A-0BFAB9C93433}">
      <dgm:prSet/>
      <dgm:spPr/>
      <dgm:t>
        <a:bodyPr/>
        <a:lstStyle/>
        <a:p>
          <a:r>
            <a:rPr lang="en-US"/>
            <a:t>Full evaluation of the 3-Year Strategic Plan’s success.  </a:t>
          </a:r>
        </a:p>
      </dgm:t>
    </dgm:pt>
    <dgm:pt modelId="{11C9B181-9002-491D-832F-72747A335190}" type="parTrans" cxnId="{74A66239-83C8-4D23-8841-0058E27992EB}">
      <dgm:prSet/>
      <dgm:spPr/>
      <dgm:t>
        <a:bodyPr/>
        <a:lstStyle/>
        <a:p>
          <a:endParaRPr lang="en-US"/>
        </a:p>
      </dgm:t>
    </dgm:pt>
    <dgm:pt modelId="{456989B9-41C0-4E16-AEBA-13EA364BBD8D}" type="sibTrans" cxnId="{74A66239-83C8-4D23-8841-0058E27992EB}">
      <dgm:prSet/>
      <dgm:spPr/>
      <dgm:t>
        <a:bodyPr/>
        <a:lstStyle/>
        <a:p>
          <a:endParaRPr lang="en-US"/>
        </a:p>
      </dgm:t>
    </dgm:pt>
    <dgm:pt modelId="{4B747142-CE7A-44D1-B818-7F8530D3892F}">
      <dgm:prSet/>
      <dgm:spPr/>
      <dgm:t>
        <a:bodyPr/>
        <a:lstStyle/>
        <a:p>
          <a:r>
            <a:rPr lang="en-US"/>
            <a:t>Final report showcasing overall impact, sustainability, and recommendations for the 2028-2030 Strategic Plan.</a:t>
          </a:r>
        </a:p>
      </dgm:t>
    </dgm:pt>
    <dgm:pt modelId="{F89CC07D-7C1D-4F99-93BF-FB0990F04CE3}" type="parTrans" cxnId="{E1A2A1CF-7387-4AFA-8CF3-FD08163AE3D7}">
      <dgm:prSet/>
      <dgm:spPr/>
      <dgm:t>
        <a:bodyPr/>
        <a:lstStyle/>
        <a:p>
          <a:endParaRPr lang="en-US"/>
        </a:p>
      </dgm:t>
    </dgm:pt>
    <dgm:pt modelId="{415A55F6-7D5D-4A87-9F88-6826E99C7876}" type="sibTrans" cxnId="{E1A2A1CF-7387-4AFA-8CF3-FD08163AE3D7}">
      <dgm:prSet/>
      <dgm:spPr/>
      <dgm:t>
        <a:bodyPr/>
        <a:lstStyle/>
        <a:p>
          <a:endParaRPr lang="en-US"/>
        </a:p>
      </dgm:t>
    </dgm:pt>
    <dgm:pt modelId="{1898C32E-FC3E-4C63-A9C0-E791117D20FA}" type="pres">
      <dgm:prSet presAssocID="{35D5C50E-6971-41B9-B93A-1A652337BF91}" presName="Name0" presStyleCnt="0">
        <dgm:presLayoutVars>
          <dgm:dir/>
          <dgm:animLvl val="lvl"/>
          <dgm:resizeHandles val="exact"/>
        </dgm:presLayoutVars>
      </dgm:prSet>
      <dgm:spPr/>
    </dgm:pt>
    <dgm:pt modelId="{73A6B6C9-430F-4DD6-98E8-7AD8E45AA36F}" type="pres">
      <dgm:prSet presAssocID="{C6021BF4-4153-4B54-B238-64C3E0AA0C13}" presName="composite" presStyleCnt="0"/>
      <dgm:spPr/>
    </dgm:pt>
    <dgm:pt modelId="{92AD845F-0E10-4069-8921-FBA719298338}" type="pres">
      <dgm:prSet presAssocID="{C6021BF4-4153-4B54-B238-64C3E0AA0C1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617C7C9-DB99-40C4-95C8-9A3E9DBEC89F}" type="pres">
      <dgm:prSet presAssocID="{C6021BF4-4153-4B54-B238-64C3E0AA0C13}" presName="desTx" presStyleLbl="alignAccFollowNode1" presStyleIdx="0" presStyleCnt="4">
        <dgm:presLayoutVars>
          <dgm:bulletEnabled val="1"/>
        </dgm:presLayoutVars>
      </dgm:prSet>
      <dgm:spPr/>
    </dgm:pt>
    <dgm:pt modelId="{C090A7D3-196D-48FA-B0BA-730AC18D0DB3}" type="pres">
      <dgm:prSet presAssocID="{E2765B05-4F9B-4EF5-B9FD-B96D50E60BF0}" presName="space" presStyleCnt="0"/>
      <dgm:spPr/>
    </dgm:pt>
    <dgm:pt modelId="{B742884F-3C20-4269-B7E2-19A5F924C132}" type="pres">
      <dgm:prSet presAssocID="{5FC6572C-0BFE-41ED-9E16-250A19429F43}" presName="composite" presStyleCnt="0"/>
      <dgm:spPr/>
    </dgm:pt>
    <dgm:pt modelId="{FD8F784A-A2D1-4FA7-B2B3-F1562777B22F}" type="pres">
      <dgm:prSet presAssocID="{5FC6572C-0BFE-41ED-9E16-250A19429F4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7B7C127-E59B-43C8-BF5E-EE6CB82D4CE0}" type="pres">
      <dgm:prSet presAssocID="{5FC6572C-0BFE-41ED-9E16-250A19429F43}" presName="desTx" presStyleLbl="alignAccFollowNode1" presStyleIdx="1" presStyleCnt="4">
        <dgm:presLayoutVars>
          <dgm:bulletEnabled val="1"/>
        </dgm:presLayoutVars>
      </dgm:prSet>
      <dgm:spPr/>
    </dgm:pt>
    <dgm:pt modelId="{75909592-32D3-4AE5-871A-68C1E66F37F5}" type="pres">
      <dgm:prSet presAssocID="{32098C93-2E0D-4B99-B87A-F0342777F3A9}" presName="space" presStyleCnt="0"/>
      <dgm:spPr/>
    </dgm:pt>
    <dgm:pt modelId="{5A716E44-49E3-41FF-AD10-EE8F8E8285B4}" type="pres">
      <dgm:prSet presAssocID="{E9F2D09C-7A5C-4892-8A0B-EB46E8D1F17B}" presName="composite" presStyleCnt="0"/>
      <dgm:spPr/>
    </dgm:pt>
    <dgm:pt modelId="{83768E76-B608-42E8-B468-5118EBE064A9}" type="pres">
      <dgm:prSet presAssocID="{E9F2D09C-7A5C-4892-8A0B-EB46E8D1F17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B8E9E19-C28A-4035-878D-F3340E7A1187}" type="pres">
      <dgm:prSet presAssocID="{E9F2D09C-7A5C-4892-8A0B-EB46E8D1F17B}" presName="desTx" presStyleLbl="alignAccFollowNode1" presStyleIdx="2" presStyleCnt="4">
        <dgm:presLayoutVars>
          <dgm:bulletEnabled val="1"/>
        </dgm:presLayoutVars>
      </dgm:prSet>
      <dgm:spPr/>
    </dgm:pt>
    <dgm:pt modelId="{326D4E27-91C2-43B5-82E8-3F34F3CCF4D0}" type="pres">
      <dgm:prSet presAssocID="{2A2AFDF5-6194-4C6E-A65D-F766B97BDFB0}" presName="space" presStyleCnt="0"/>
      <dgm:spPr/>
    </dgm:pt>
    <dgm:pt modelId="{7C98E237-3C26-46BD-A928-633FA60C803F}" type="pres">
      <dgm:prSet presAssocID="{0A44BF47-AF66-437A-87B0-4C1234ABA4DE}" presName="composite" presStyleCnt="0"/>
      <dgm:spPr/>
    </dgm:pt>
    <dgm:pt modelId="{0411CBCE-BBE3-4AF7-91D0-3894C689FB47}" type="pres">
      <dgm:prSet presAssocID="{0A44BF47-AF66-437A-87B0-4C1234ABA4D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2B9C0B5-13E2-4220-931B-C8A38DE60AD2}" type="pres">
      <dgm:prSet presAssocID="{0A44BF47-AF66-437A-87B0-4C1234ABA4D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905850E-EB3C-4DAE-9801-80ABB0D3FA8C}" srcId="{C6021BF4-4153-4B54-B238-64C3E0AA0C13}" destId="{96E39640-D6E0-45AE-9C9C-0DF27488D4B7}" srcOrd="1" destOrd="0" parTransId="{D9FFC592-412C-461E-8ABA-09AEF1C56A6D}" sibTransId="{3F609329-8C0B-4F3E-B208-80ABEFE46DAE}"/>
    <dgm:cxn modelId="{966FD70E-F663-4EA4-A568-CA2AD2947F78}" type="presOf" srcId="{4B747142-CE7A-44D1-B818-7F8530D3892F}" destId="{82B9C0B5-13E2-4220-931B-C8A38DE60AD2}" srcOrd="0" destOrd="1" presId="urn:microsoft.com/office/officeart/2005/8/layout/hList1"/>
    <dgm:cxn modelId="{71CB2225-746D-442C-B6E2-120D4E2EEE76}" srcId="{5FC6572C-0BFE-41ED-9E16-250A19429F43}" destId="{9DA2C22A-9913-4BA4-8D17-C9E9C22B2334}" srcOrd="4" destOrd="0" parTransId="{E1F595E9-A16D-460F-B308-D184B32B3A1C}" sibTransId="{E0D986E6-3D96-4625-AB07-B242ACAA1E36}"/>
    <dgm:cxn modelId="{AC552827-9F8A-418B-8D5D-2C3E3D3088FC}" type="presOf" srcId="{C6021BF4-4153-4B54-B238-64C3E0AA0C13}" destId="{92AD845F-0E10-4069-8921-FBA719298338}" srcOrd="0" destOrd="0" presId="urn:microsoft.com/office/officeart/2005/8/layout/hList1"/>
    <dgm:cxn modelId="{78F9D72A-80F5-4BD7-B3D7-8A8DF4C3B6A9}" type="presOf" srcId="{0A44BF47-AF66-437A-87B0-4C1234ABA4DE}" destId="{0411CBCE-BBE3-4AF7-91D0-3894C689FB47}" srcOrd="0" destOrd="0" presId="urn:microsoft.com/office/officeart/2005/8/layout/hList1"/>
    <dgm:cxn modelId="{019F212D-3BD7-48A7-85F0-0BFDFFFEDF7A}" srcId="{C6021BF4-4153-4B54-B238-64C3E0AA0C13}" destId="{6CFCD72C-0653-47E7-8952-B324F357451A}" srcOrd="3" destOrd="0" parTransId="{DF0DCE3B-BB68-4331-ABE2-0D6D0F1E2AFB}" sibTransId="{C6A11050-C012-4675-8450-23D472A14770}"/>
    <dgm:cxn modelId="{74A66239-83C8-4D23-8841-0058E27992EB}" srcId="{0A44BF47-AF66-437A-87B0-4C1234ABA4DE}" destId="{F432C362-0B3B-4143-A00A-0BFAB9C93433}" srcOrd="0" destOrd="0" parTransId="{11C9B181-9002-491D-832F-72747A335190}" sibTransId="{456989B9-41C0-4E16-AEBA-13EA364BBD8D}"/>
    <dgm:cxn modelId="{7C63185B-BD21-4B64-9419-4F1CA84884CF}" srcId="{5FC6572C-0BFE-41ED-9E16-250A19429F43}" destId="{AA3EF29C-D0C7-4703-8C02-953C0656C8E2}" srcOrd="3" destOrd="0" parTransId="{57137BEA-8CAA-43B6-99BE-97AA64C90F89}" sibTransId="{CE32E055-4460-49AB-B588-0D30293E2102}"/>
    <dgm:cxn modelId="{E4901A5B-D3BE-409A-A879-8B394B3BC529}" type="presOf" srcId="{E96CBD9F-676D-4FCB-A137-986EC941391F}" destId="{9B8E9E19-C28A-4035-878D-F3340E7A1187}" srcOrd="0" destOrd="2" presId="urn:microsoft.com/office/officeart/2005/8/layout/hList1"/>
    <dgm:cxn modelId="{AED84963-D319-42AE-81AB-93CC94A97968}" type="presOf" srcId="{1DBDF3E7-1964-46F3-A06D-CF6084D0BB47}" destId="{9B8E9E19-C28A-4035-878D-F3340E7A1187}" srcOrd="0" destOrd="0" presId="urn:microsoft.com/office/officeart/2005/8/layout/hList1"/>
    <dgm:cxn modelId="{07F5AB67-018D-4E97-AA28-F787003B09CD}" srcId="{E9F2D09C-7A5C-4892-8A0B-EB46E8D1F17B}" destId="{1DBDF3E7-1964-46F3-A06D-CF6084D0BB47}" srcOrd="0" destOrd="0" parTransId="{768D34A0-AD28-4B77-AC78-CDACEF4D9FFE}" sibTransId="{5A165B2D-233E-4F7D-8687-1F5629907E1A}"/>
    <dgm:cxn modelId="{76663070-EB0E-429C-A5B2-026084A74ACF}" type="presOf" srcId="{6CFCD72C-0653-47E7-8952-B324F357451A}" destId="{D617C7C9-DB99-40C4-95C8-9A3E9DBEC89F}" srcOrd="0" destOrd="3" presId="urn:microsoft.com/office/officeart/2005/8/layout/hList1"/>
    <dgm:cxn modelId="{A1531854-5300-4B52-9563-D130C00D693E}" type="presOf" srcId="{F432C362-0B3B-4143-A00A-0BFAB9C93433}" destId="{82B9C0B5-13E2-4220-931B-C8A38DE60AD2}" srcOrd="0" destOrd="0" presId="urn:microsoft.com/office/officeart/2005/8/layout/hList1"/>
    <dgm:cxn modelId="{35253258-028F-49EF-B8A6-4A93214F38BD}" type="presOf" srcId="{5FC6572C-0BFE-41ED-9E16-250A19429F43}" destId="{FD8F784A-A2D1-4FA7-B2B3-F1562777B22F}" srcOrd="0" destOrd="0" presId="urn:microsoft.com/office/officeart/2005/8/layout/hList1"/>
    <dgm:cxn modelId="{087C7C78-B102-4B8C-A12C-E1A5E9B0DE93}" type="presOf" srcId="{96E39640-D6E0-45AE-9C9C-0DF27488D4B7}" destId="{D617C7C9-DB99-40C4-95C8-9A3E9DBEC89F}" srcOrd="0" destOrd="1" presId="urn:microsoft.com/office/officeart/2005/8/layout/hList1"/>
    <dgm:cxn modelId="{43C72A5A-2E18-46CD-9953-1DE930961532}" srcId="{35D5C50E-6971-41B9-B93A-1A652337BF91}" destId="{0A44BF47-AF66-437A-87B0-4C1234ABA4DE}" srcOrd="3" destOrd="0" parTransId="{87A52373-1EFD-47A3-B329-C8B412BCF25B}" sibTransId="{E9978F63-A5C1-45E3-B123-AC84E132F454}"/>
    <dgm:cxn modelId="{351C0780-3927-4A02-9331-0F811CC4048F}" type="presOf" srcId="{6FF6752F-DA14-4A73-B301-1B1C08F931F9}" destId="{A7B7C127-E59B-43C8-BF5E-EE6CB82D4CE0}" srcOrd="0" destOrd="2" presId="urn:microsoft.com/office/officeart/2005/8/layout/hList1"/>
    <dgm:cxn modelId="{CBCCBE85-0DD5-46EF-A88F-4F15671AD4A6}" srcId="{E9F2D09C-7A5C-4892-8A0B-EB46E8D1F17B}" destId="{E96CBD9F-676D-4FCB-A137-986EC941391F}" srcOrd="2" destOrd="0" parTransId="{088650FC-1D60-44BE-8920-84A2567E73B2}" sibTransId="{1B0641A9-2FE4-43C5-BD90-0EEA2E07CB91}"/>
    <dgm:cxn modelId="{71AE4588-47D2-4C78-A958-853AE3F6BE8A}" srcId="{5FC6572C-0BFE-41ED-9E16-250A19429F43}" destId="{6FF6752F-DA14-4A73-B301-1B1C08F931F9}" srcOrd="2" destOrd="0" parTransId="{66A759C7-B8F4-4905-97CE-6814DAFC2FB5}" sibTransId="{E5638BC9-06C0-4735-841C-17D3059E999B}"/>
    <dgm:cxn modelId="{E393BB8B-994B-464D-8C13-34DB56083976}" type="presOf" srcId="{8A663DC2-104F-4A0E-96A8-1ADFE6215CB8}" destId="{A7B7C127-E59B-43C8-BF5E-EE6CB82D4CE0}" srcOrd="0" destOrd="0" presId="urn:microsoft.com/office/officeart/2005/8/layout/hList1"/>
    <dgm:cxn modelId="{7A0AD394-3470-4B9E-AC83-BD66D3B7C0BC}" type="presOf" srcId="{E9F2D09C-7A5C-4892-8A0B-EB46E8D1F17B}" destId="{83768E76-B608-42E8-B468-5118EBE064A9}" srcOrd="0" destOrd="0" presId="urn:microsoft.com/office/officeart/2005/8/layout/hList1"/>
    <dgm:cxn modelId="{06975996-0C64-4DD5-924A-D8CB36D2A110}" type="presOf" srcId="{78D83255-87FD-4D40-A37B-E28949205215}" destId="{D617C7C9-DB99-40C4-95C8-9A3E9DBEC89F}" srcOrd="0" destOrd="2" presId="urn:microsoft.com/office/officeart/2005/8/layout/hList1"/>
    <dgm:cxn modelId="{50849A96-DA5D-42B7-9A02-5203DE2BA7B1}" srcId="{E9F2D09C-7A5C-4892-8A0B-EB46E8D1F17B}" destId="{5964B419-A989-447C-8078-D7B09A555F55}" srcOrd="1" destOrd="0" parTransId="{411AA919-2D10-48F3-AE1D-26832C6A0A0A}" sibTransId="{F2930627-C7E8-4663-9E1B-56779E28351D}"/>
    <dgm:cxn modelId="{D8B94F9E-2B1F-4819-AF82-26CD260F31B5}" type="presOf" srcId="{35D5C50E-6971-41B9-B93A-1A652337BF91}" destId="{1898C32E-FC3E-4C63-A9C0-E791117D20FA}" srcOrd="0" destOrd="0" presId="urn:microsoft.com/office/officeart/2005/8/layout/hList1"/>
    <dgm:cxn modelId="{D2423DCA-6319-45D0-ACBB-AB1D3A869053}" type="presOf" srcId="{EE8443C8-ED40-4631-8DC8-59AA8B5A0118}" destId="{A7B7C127-E59B-43C8-BF5E-EE6CB82D4CE0}" srcOrd="0" destOrd="1" presId="urn:microsoft.com/office/officeart/2005/8/layout/hList1"/>
    <dgm:cxn modelId="{D7B1FFCA-1A32-429E-BC9D-EF1FDF62310D}" srcId="{35D5C50E-6971-41B9-B93A-1A652337BF91}" destId="{5FC6572C-0BFE-41ED-9E16-250A19429F43}" srcOrd="1" destOrd="0" parTransId="{49FAE77A-D49A-46D5-BAD6-0358C34108B4}" sibTransId="{32098C93-2E0D-4B99-B87A-F0342777F3A9}"/>
    <dgm:cxn modelId="{E1A2A1CF-7387-4AFA-8CF3-FD08163AE3D7}" srcId="{0A44BF47-AF66-437A-87B0-4C1234ABA4DE}" destId="{4B747142-CE7A-44D1-B818-7F8530D3892F}" srcOrd="1" destOrd="0" parTransId="{F89CC07D-7C1D-4F99-93BF-FB0990F04CE3}" sibTransId="{415A55F6-7D5D-4A87-9F88-6826E99C7876}"/>
    <dgm:cxn modelId="{297C24D0-C6F6-4F67-88AE-A49333BACC5F}" type="presOf" srcId="{AA3EF29C-D0C7-4703-8C02-953C0656C8E2}" destId="{A7B7C127-E59B-43C8-BF5E-EE6CB82D4CE0}" srcOrd="0" destOrd="3" presId="urn:microsoft.com/office/officeart/2005/8/layout/hList1"/>
    <dgm:cxn modelId="{16E834D0-DB7D-40A6-BB50-15F9A1A43FDF}" srcId="{35D5C50E-6971-41B9-B93A-1A652337BF91}" destId="{E9F2D09C-7A5C-4892-8A0B-EB46E8D1F17B}" srcOrd="2" destOrd="0" parTransId="{0546EC7F-984A-4C11-BB30-C646A784D742}" sibTransId="{2A2AFDF5-6194-4C6E-A65D-F766B97BDFB0}"/>
    <dgm:cxn modelId="{AD878BD3-06E8-47C1-A588-64A702A0F939}" type="presOf" srcId="{9DA2C22A-9913-4BA4-8D17-C9E9C22B2334}" destId="{A7B7C127-E59B-43C8-BF5E-EE6CB82D4CE0}" srcOrd="0" destOrd="4" presId="urn:microsoft.com/office/officeart/2005/8/layout/hList1"/>
    <dgm:cxn modelId="{771214D4-838B-4D19-88DF-6677B6BA6B53}" srcId="{C6021BF4-4153-4B54-B238-64C3E0AA0C13}" destId="{432A2215-A93B-4591-87FD-C505D13CEE16}" srcOrd="0" destOrd="0" parTransId="{E507B17F-BAA0-4D68-BCCB-F8F759327672}" sibTransId="{0C761996-574F-4DA0-89F4-993088440D57}"/>
    <dgm:cxn modelId="{D55129D6-2908-4C8F-A60F-70457CC6C452}" srcId="{35D5C50E-6971-41B9-B93A-1A652337BF91}" destId="{C6021BF4-4153-4B54-B238-64C3E0AA0C13}" srcOrd="0" destOrd="0" parTransId="{E803A565-CF92-4572-81BF-ECFD5D893106}" sibTransId="{E2765B05-4F9B-4EF5-B9FD-B96D50E60BF0}"/>
    <dgm:cxn modelId="{C533EFD6-2D13-4794-9D08-11CB2382D622}" type="presOf" srcId="{5964B419-A989-447C-8078-D7B09A555F55}" destId="{9B8E9E19-C28A-4035-878D-F3340E7A1187}" srcOrd="0" destOrd="1" presId="urn:microsoft.com/office/officeart/2005/8/layout/hList1"/>
    <dgm:cxn modelId="{65E4D5E4-8593-48ED-B77A-EE994804B2B2}" srcId="{5FC6572C-0BFE-41ED-9E16-250A19429F43}" destId="{EE8443C8-ED40-4631-8DC8-59AA8B5A0118}" srcOrd="1" destOrd="0" parTransId="{9EE9E84B-8CD0-489A-8AD9-BDA4AA5CF1BA}" sibTransId="{4B6F52B6-59E3-4176-9414-AD5065A47133}"/>
    <dgm:cxn modelId="{2B8FEDEE-9130-4C1D-805A-ED84F27063FE}" srcId="{5FC6572C-0BFE-41ED-9E16-250A19429F43}" destId="{8A663DC2-104F-4A0E-96A8-1ADFE6215CB8}" srcOrd="0" destOrd="0" parTransId="{2438A181-5DEA-4D78-97BB-44FCE941BA50}" sibTransId="{96AF672F-06A0-4411-9A22-96198971BA55}"/>
    <dgm:cxn modelId="{65EB24F0-76A0-485D-87FD-A1651F4CDE64}" type="presOf" srcId="{432A2215-A93B-4591-87FD-C505D13CEE16}" destId="{D617C7C9-DB99-40C4-95C8-9A3E9DBEC89F}" srcOrd="0" destOrd="0" presId="urn:microsoft.com/office/officeart/2005/8/layout/hList1"/>
    <dgm:cxn modelId="{BE50C8F1-7B7E-4F36-A271-F05590DCE567}" srcId="{C6021BF4-4153-4B54-B238-64C3E0AA0C13}" destId="{78D83255-87FD-4D40-A37B-E28949205215}" srcOrd="2" destOrd="0" parTransId="{C1ED641B-6E48-4C82-83BB-B68C5CC38230}" sibTransId="{F5061D57-80AF-454E-9056-CCFCC803F97F}"/>
    <dgm:cxn modelId="{EBCABCA8-5D41-4F98-AF64-E6515A0A44B0}" type="presParOf" srcId="{1898C32E-FC3E-4C63-A9C0-E791117D20FA}" destId="{73A6B6C9-430F-4DD6-98E8-7AD8E45AA36F}" srcOrd="0" destOrd="0" presId="urn:microsoft.com/office/officeart/2005/8/layout/hList1"/>
    <dgm:cxn modelId="{EA7A0C64-25A8-4DEC-BE3E-5D445261EC6E}" type="presParOf" srcId="{73A6B6C9-430F-4DD6-98E8-7AD8E45AA36F}" destId="{92AD845F-0E10-4069-8921-FBA719298338}" srcOrd="0" destOrd="0" presId="urn:microsoft.com/office/officeart/2005/8/layout/hList1"/>
    <dgm:cxn modelId="{02983F9D-3238-45C8-9E5B-B00C6EDDD0C5}" type="presParOf" srcId="{73A6B6C9-430F-4DD6-98E8-7AD8E45AA36F}" destId="{D617C7C9-DB99-40C4-95C8-9A3E9DBEC89F}" srcOrd="1" destOrd="0" presId="urn:microsoft.com/office/officeart/2005/8/layout/hList1"/>
    <dgm:cxn modelId="{F5E0CA13-D964-4CA9-AA36-57CDA7D78627}" type="presParOf" srcId="{1898C32E-FC3E-4C63-A9C0-E791117D20FA}" destId="{C090A7D3-196D-48FA-B0BA-730AC18D0DB3}" srcOrd="1" destOrd="0" presId="urn:microsoft.com/office/officeart/2005/8/layout/hList1"/>
    <dgm:cxn modelId="{8EFABBC7-30DB-44C1-9424-E99F89B48E42}" type="presParOf" srcId="{1898C32E-FC3E-4C63-A9C0-E791117D20FA}" destId="{B742884F-3C20-4269-B7E2-19A5F924C132}" srcOrd="2" destOrd="0" presId="urn:microsoft.com/office/officeart/2005/8/layout/hList1"/>
    <dgm:cxn modelId="{B2716E0D-FA80-414A-9802-DCB3745F1DC3}" type="presParOf" srcId="{B742884F-3C20-4269-B7E2-19A5F924C132}" destId="{FD8F784A-A2D1-4FA7-B2B3-F1562777B22F}" srcOrd="0" destOrd="0" presId="urn:microsoft.com/office/officeart/2005/8/layout/hList1"/>
    <dgm:cxn modelId="{3E5FDA38-9703-49FD-94C5-4200A3F8BC10}" type="presParOf" srcId="{B742884F-3C20-4269-B7E2-19A5F924C132}" destId="{A7B7C127-E59B-43C8-BF5E-EE6CB82D4CE0}" srcOrd="1" destOrd="0" presId="urn:microsoft.com/office/officeart/2005/8/layout/hList1"/>
    <dgm:cxn modelId="{3F0DCBD4-41C7-42E7-B044-FE38C90984FC}" type="presParOf" srcId="{1898C32E-FC3E-4C63-A9C0-E791117D20FA}" destId="{75909592-32D3-4AE5-871A-68C1E66F37F5}" srcOrd="3" destOrd="0" presId="urn:microsoft.com/office/officeart/2005/8/layout/hList1"/>
    <dgm:cxn modelId="{048569C8-8116-47B0-A129-79D001621894}" type="presParOf" srcId="{1898C32E-FC3E-4C63-A9C0-E791117D20FA}" destId="{5A716E44-49E3-41FF-AD10-EE8F8E8285B4}" srcOrd="4" destOrd="0" presId="urn:microsoft.com/office/officeart/2005/8/layout/hList1"/>
    <dgm:cxn modelId="{07CC32B0-4659-4E8E-80E5-DAC3F5E2B1C2}" type="presParOf" srcId="{5A716E44-49E3-41FF-AD10-EE8F8E8285B4}" destId="{83768E76-B608-42E8-B468-5118EBE064A9}" srcOrd="0" destOrd="0" presId="urn:microsoft.com/office/officeart/2005/8/layout/hList1"/>
    <dgm:cxn modelId="{B37B80D2-9299-40CB-AAC2-E3BAAFE6281B}" type="presParOf" srcId="{5A716E44-49E3-41FF-AD10-EE8F8E8285B4}" destId="{9B8E9E19-C28A-4035-878D-F3340E7A1187}" srcOrd="1" destOrd="0" presId="urn:microsoft.com/office/officeart/2005/8/layout/hList1"/>
    <dgm:cxn modelId="{A9C4A948-C426-4CB9-BBD1-C5A9A442230B}" type="presParOf" srcId="{1898C32E-FC3E-4C63-A9C0-E791117D20FA}" destId="{326D4E27-91C2-43B5-82E8-3F34F3CCF4D0}" srcOrd="5" destOrd="0" presId="urn:microsoft.com/office/officeart/2005/8/layout/hList1"/>
    <dgm:cxn modelId="{CFCFAFE7-0C2B-44A9-B9AE-A70040C05F77}" type="presParOf" srcId="{1898C32E-FC3E-4C63-A9C0-E791117D20FA}" destId="{7C98E237-3C26-46BD-A928-633FA60C803F}" srcOrd="6" destOrd="0" presId="urn:microsoft.com/office/officeart/2005/8/layout/hList1"/>
    <dgm:cxn modelId="{3A2CF54E-9B92-4B7F-A3AA-2F0EE2C113D3}" type="presParOf" srcId="{7C98E237-3C26-46BD-A928-633FA60C803F}" destId="{0411CBCE-BBE3-4AF7-91D0-3894C689FB47}" srcOrd="0" destOrd="0" presId="urn:microsoft.com/office/officeart/2005/8/layout/hList1"/>
    <dgm:cxn modelId="{C06DC8EC-4FFB-4FD7-B444-1702FC45E293}" type="presParOf" srcId="{7C98E237-3C26-46BD-A928-633FA60C803F}" destId="{82B9C0B5-13E2-4220-931B-C8A38DE60A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44F73-C0B3-490D-8798-37CB5F6FB863}">
      <dsp:nvSpPr>
        <dsp:cNvPr id="0" name=""/>
        <dsp:cNvSpPr/>
      </dsp:nvSpPr>
      <dsp:spPr>
        <a:xfrm>
          <a:off x="3466871" y="2131207"/>
          <a:ext cx="2452836" cy="425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849"/>
              </a:lnTo>
              <a:lnTo>
                <a:pt x="2452836" y="212849"/>
              </a:lnTo>
              <a:lnTo>
                <a:pt x="2452836" y="42569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FDF8CE-A7F1-4F1D-99A3-C5A83E326556}">
      <dsp:nvSpPr>
        <dsp:cNvPr id="0" name=""/>
        <dsp:cNvSpPr/>
      </dsp:nvSpPr>
      <dsp:spPr>
        <a:xfrm>
          <a:off x="3421151" y="2131207"/>
          <a:ext cx="91440" cy="4256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569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659320-39FE-44C1-880A-1013C924432B}">
      <dsp:nvSpPr>
        <dsp:cNvPr id="0" name=""/>
        <dsp:cNvSpPr/>
      </dsp:nvSpPr>
      <dsp:spPr>
        <a:xfrm>
          <a:off x="1014034" y="2131207"/>
          <a:ext cx="2452836" cy="425698"/>
        </a:xfrm>
        <a:custGeom>
          <a:avLst/>
          <a:gdLst/>
          <a:ahLst/>
          <a:cxnLst/>
          <a:rect l="0" t="0" r="0" b="0"/>
          <a:pathLst>
            <a:path>
              <a:moveTo>
                <a:pt x="2452836" y="0"/>
              </a:moveTo>
              <a:lnTo>
                <a:pt x="2452836" y="212849"/>
              </a:lnTo>
              <a:lnTo>
                <a:pt x="0" y="212849"/>
              </a:lnTo>
              <a:lnTo>
                <a:pt x="0" y="42569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E1082-A96A-4DB4-B066-61D14FAD3465}">
      <dsp:nvSpPr>
        <dsp:cNvPr id="0" name=""/>
        <dsp:cNvSpPr/>
      </dsp:nvSpPr>
      <dsp:spPr>
        <a:xfrm>
          <a:off x="2453302" y="1117638"/>
          <a:ext cx="2027137" cy="1013568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tos Narrow" panose="020B0004020202020204" pitchFamily="34" charset="0"/>
            </a:rPr>
            <a:t>Objectives of the Orientation Meeting</a:t>
          </a:r>
          <a:endParaRPr lang="en-US" sz="1700" b="0" kern="1200" cap="none" spc="0" dirty="0">
            <a:ln w="0"/>
            <a:effectLst>
              <a:outerShdw blurRad="38100" dist="25400" dir="5400000" algn="ctr" rotWithShape="0">
                <a:srgbClr val="6E747A">
                  <a:alpha val="43000"/>
                </a:srgbClr>
              </a:outerShdw>
            </a:effectLst>
            <a:latin typeface="Aptos Narrow" panose="020B0004020202020204" pitchFamily="34" charset="0"/>
          </a:endParaRPr>
        </a:p>
      </dsp:txBody>
      <dsp:txXfrm>
        <a:off x="2453302" y="1117638"/>
        <a:ext cx="2027137" cy="1013568"/>
      </dsp:txXfrm>
    </dsp:sp>
    <dsp:sp modelId="{6B3ABD13-744B-4310-AC40-2F20BE82EBA1}">
      <dsp:nvSpPr>
        <dsp:cNvPr id="0" name=""/>
        <dsp:cNvSpPr/>
      </dsp:nvSpPr>
      <dsp:spPr>
        <a:xfrm>
          <a:off x="465" y="2556906"/>
          <a:ext cx="2027137" cy="10135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Introduce the 3-Year Strategic Plan</a:t>
          </a:r>
        </a:p>
      </dsp:txBody>
      <dsp:txXfrm>
        <a:off x="465" y="2556906"/>
        <a:ext cx="2027137" cy="1013568"/>
      </dsp:txXfrm>
    </dsp:sp>
    <dsp:sp modelId="{DDA922A4-D64F-44A8-B53F-A57BEF096A2C}">
      <dsp:nvSpPr>
        <dsp:cNvPr id="0" name=""/>
        <dsp:cNvSpPr/>
      </dsp:nvSpPr>
      <dsp:spPr>
        <a:xfrm>
          <a:off x="2453302" y="2556906"/>
          <a:ext cx="2027137" cy="10135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Align all leaders and members with the organization’s goals  </a:t>
          </a:r>
        </a:p>
      </dsp:txBody>
      <dsp:txXfrm>
        <a:off x="2453302" y="2556906"/>
        <a:ext cx="2027137" cy="1013568"/>
      </dsp:txXfrm>
    </dsp:sp>
    <dsp:sp modelId="{2DFAA24C-FC50-41C3-AA5E-22272CA16ADD}">
      <dsp:nvSpPr>
        <dsp:cNvPr id="0" name=""/>
        <dsp:cNvSpPr/>
      </dsp:nvSpPr>
      <dsp:spPr>
        <a:xfrm>
          <a:off x="4906138" y="2556906"/>
          <a:ext cx="2027137" cy="10135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Discuss roles and responsibilities in implementing the plan  </a:t>
          </a:r>
        </a:p>
      </dsp:txBody>
      <dsp:txXfrm>
        <a:off x="4906138" y="2556906"/>
        <a:ext cx="2027137" cy="1013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FAC31-1127-4E26-BBD6-2940C30811F9}">
      <dsp:nvSpPr>
        <dsp:cNvPr id="0" name=""/>
        <dsp:cNvSpPr/>
      </dsp:nvSpPr>
      <dsp:spPr>
        <a:xfrm>
          <a:off x="0" y="0"/>
          <a:ext cx="4059074" cy="646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Welcome Message from Leadership (Founder &amp; CEO) </a:t>
          </a:r>
        </a:p>
      </dsp:txBody>
      <dsp:txXfrm>
        <a:off x="18930" y="18930"/>
        <a:ext cx="4021214" cy="6084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19799-3A41-4B8A-99EC-945BA85F8C30}">
      <dsp:nvSpPr>
        <dsp:cNvPr id="0" name=""/>
        <dsp:cNvSpPr/>
      </dsp:nvSpPr>
      <dsp:spPr>
        <a:xfrm>
          <a:off x="5941514" y="1454564"/>
          <a:ext cx="233512" cy="3535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5467"/>
              </a:lnTo>
              <a:lnTo>
                <a:pt x="233512" y="3535467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606A97-50EA-4309-9FF2-62FA0AB5E554}">
      <dsp:nvSpPr>
        <dsp:cNvPr id="0" name=""/>
        <dsp:cNvSpPr/>
      </dsp:nvSpPr>
      <dsp:spPr>
        <a:xfrm>
          <a:off x="5941514" y="1454564"/>
          <a:ext cx="233512" cy="2898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8272"/>
              </a:lnTo>
              <a:lnTo>
                <a:pt x="233512" y="2898272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15291-AFA4-42C9-A809-E0ECEADDBBDC}">
      <dsp:nvSpPr>
        <dsp:cNvPr id="0" name=""/>
        <dsp:cNvSpPr/>
      </dsp:nvSpPr>
      <dsp:spPr>
        <a:xfrm>
          <a:off x="5941514" y="1454564"/>
          <a:ext cx="233512" cy="2263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3296"/>
              </a:lnTo>
              <a:lnTo>
                <a:pt x="233512" y="2263296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6AEED-C2C5-4FDF-8E3B-1ED9930F7A50}">
      <dsp:nvSpPr>
        <dsp:cNvPr id="0" name=""/>
        <dsp:cNvSpPr/>
      </dsp:nvSpPr>
      <dsp:spPr>
        <a:xfrm>
          <a:off x="5941514" y="1454564"/>
          <a:ext cx="233512" cy="1707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7843"/>
              </a:lnTo>
              <a:lnTo>
                <a:pt x="233512" y="1707843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2D41FA-9143-4E0D-A3B5-80AAE95A2831}">
      <dsp:nvSpPr>
        <dsp:cNvPr id="0" name=""/>
        <dsp:cNvSpPr/>
      </dsp:nvSpPr>
      <dsp:spPr>
        <a:xfrm>
          <a:off x="5941514" y="1454564"/>
          <a:ext cx="233512" cy="1109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711"/>
              </a:lnTo>
              <a:lnTo>
                <a:pt x="233512" y="1109711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632DD0-CDED-41D3-8750-356FAB24D7CF}">
      <dsp:nvSpPr>
        <dsp:cNvPr id="0" name=""/>
        <dsp:cNvSpPr/>
      </dsp:nvSpPr>
      <dsp:spPr>
        <a:xfrm>
          <a:off x="5941514" y="1454564"/>
          <a:ext cx="233512" cy="4766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658"/>
              </a:lnTo>
              <a:lnTo>
                <a:pt x="233512" y="476658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738CAF-1F0A-4615-8B20-A29D13A3FD85}">
      <dsp:nvSpPr>
        <dsp:cNvPr id="0" name=""/>
        <dsp:cNvSpPr/>
      </dsp:nvSpPr>
      <dsp:spPr>
        <a:xfrm>
          <a:off x="4406906" y="781439"/>
          <a:ext cx="2157309" cy="326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459"/>
              </a:lnTo>
              <a:lnTo>
                <a:pt x="2157309" y="163459"/>
              </a:lnTo>
              <a:lnTo>
                <a:pt x="2157309" y="32691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82F4D3-7017-4ACD-9BEE-4B4526D835FD}">
      <dsp:nvSpPr>
        <dsp:cNvPr id="0" name=""/>
        <dsp:cNvSpPr/>
      </dsp:nvSpPr>
      <dsp:spPr>
        <a:xfrm>
          <a:off x="5069732" y="1470481"/>
          <a:ext cx="233512" cy="1165560"/>
        </a:xfrm>
        <a:custGeom>
          <a:avLst/>
          <a:gdLst/>
          <a:ahLst/>
          <a:cxnLst/>
          <a:rect l="0" t="0" r="0" b="0"/>
          <a:pathLst>
            <a:path>
              <a:moveTo>
                <a:pt x="233512" y="0"/>
              </a:moveTo>
              <a:lnTo>
                <a:pt x="233512" y="1165560"/>
              </a:lnTo>
              <a:lnTo>
                <a:pt x="0" y="116556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88B44E-2991-474B-99AD-C7D7A75FB944}">
      <dsp:nvSpPr>
        <dsp:cNvPr id="0" name=""/>
        <dsp:cNvSpPr/>
      </dsp:nvSpPr>
      <dsp:spPr>
        <a:xfrm>
          <a:off x="4406906" y="781439"/>
          <a:ext cx="273638" cy="326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459"/>
              </a:lnTo>
              <a:lnTo>
                <a:pt x="273638" y="163459"/>
              </a:lnTo>
              <a:lnTo>
                <a:pt x="273638" y="32691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916873-49AF-43E0-B894-6692557E60D1}">
      <dsp:nvSpPr>
        <dsp:cNvPr id="0" name=""/>
        <dsp:cNvSpPr/>
      </dsp:nvSpPr>
      <dsp:spPr>
        <a:xfrm>
          <a:off x="2638785" y="1469477"/>
          <a:ext cx="233512" cy="1131533"/>
        </a:xfrm>
        <a:custGeom>
          <a:avLst/>
          <a:gdLst/>
          <a:ahLst/>
          <a:cxnLst/>
          <a:rect l="0" t="0" r="0" b="0"/>
          <a:pathLst>
            <a:path>
              <a:moveTo>
                <a:pt x="233512" y="0"/>
              </a:moveTo>
              <a:lnTo>
                <a:pt x="233512" y="1131533"/>
              </a:lnTo>
              <a:lnTo>
                <a:pt x="0" y="1131533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2B3DC1-3D1E-461F-B3C5-E036BB284ABF}">
      <dsp:nvSpPr>
        <dsp:cNvPr id="0" name=""/>
        <dsp:cNvSpPr/>
      </dsp:nvSpPr>
      <dsp:spPr>
        <a:xfrm>
          <a:off x="2249596" y="781439"/>
          <a:ext cx="2157309" cy="326918"/>
        </a:xfrm>
        <a:custGeom>
          <a:avLst/>
          <a:gdLst/>
          <a:ahLst/>
          <a:cxnLst/>
          <a:rect l="0" t="0" r="0" b="0"/>
          <a:pathLst>
            <a:path>
              <a:moveTo>
                <a:pt x="2157309" y="0"/>
              </a:moveTo>
              <a:lnTo>
                <a:pt x="2157309" y="163459"/>
              </a:lnTo>
              <a:lnTo>
                <a:pt x="0" y="163459"/>
              </a:lnTo>
              <a:lnTo>
                <a:pt x="0" y="32691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06C90-6ABF-4F47-9499-13682371348D}">
      <dsp:nvSpPr>
        <dsp:cNvPr id="0" name=""/>
        <dsp:cNvSpPr/>
      </dsp:nvSpPr>
      <dsp:spPr>
        <a:xfrm>
          <a:off x="3628529" y="3063"/>
          <a:ext cx="1556752" cy="7783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rial Black" panose="020B0A04020102020204" pitchFamily="34" charset="0"/>
            </a:rPr>
            <a:t>Mission, Vision, and Core Values  </a:t>
          </a:r>
        </a:p>
      </dsp:txBody>
      <dsp:txXfrm>
        <a:off x="3628529" y="3063"/>
        <a:ext cx="1556752" cy="778376"/>
      </dsp:txXfrm>
    </dsp:sp>
    <dsp:sp modelId="{359F2EF4-3DA0-473E-8A47-75F7A3B9FE0D}">
      <dsp:nvSpPr>
        <dsp:cNvPr id="0" name=""/>
        <dsp:cNvSpPr/>
      </dsp:nvSpPr>
      <dsp:spPr>
        <a:xfrm>
          <a:off x="1471220" y="1108357"/>
          <a:ext cx="1556752" cy="3611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 Narrow" panose="020B0004020202020204" pitchFamily="34" charset="0"/>
            </a:rPr>
            <a:t>Mission</a:t>
          </a:r>
        </a:p>
      </dsp:txBody>
      <dsp:txXfrm>
        <a:off x="1471220" y="1108357"/>
        <a:ext cx="1556752" cy="361119"/>
      </dsp:txXfrm>
    </dsp:sp>
    <dsp:sp modelId="{09C6C226-9459-44A3-BFD3-A670937F1573}">
      <dsp:nvSpPr>
        <dsp:cNvPr id="0" name=""/>
        <dsp:cNvSpPr/>
      </dsp:nvSpPr>
      <dsp:spPr>
        <a:xfrm>
          <a:off x="314226" y="1796395"/>
          <a:ext cx="2324558" cy="16092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 empower young people by providing access to quality education, skills development, leadership opportunities, and social support, ensuring they can build sustainable livelihoods and contribute positively to society.</a:t>
          </a:r>
        </a:p>
      </dsp:txBody>
      <dsp:txXfrm>
        <a:off x="314226" y="1796395"/>
        <a:ext cx="2324558" cy="1609231"/>
      </dsp:txXfrm>
    </dsp:sp>
    <dsp:sp modelId="{38FE156F-1144-4A88-8C24-0D03FAAC13C5}">
      <dsp:nvSpPr>
        <dsp:cNvPr id="0" name=""/>
        <dsp:cNvSpPr/>
      </dsp:nvSpPr>
      <dsp:spPr>
        <a:xfrm>
          <a:off x="3902167" y="1108357"/>
          <a:ext cx="1556752" cy="3621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ptos Narrow" panose="020B0004020202020204" pitchFamily="34" charset="0"/>
            </a:rPr>
            <a:t>Vision</a:t>
          </a:r>
        </a:p>
      </dsp:txBody>
      <dsp:txXfrm>
        <a:off x="3902167" y="1108357"/>
        <a:ext cx="1556752" cy="362124"/>
      </dsp:txXfrm>
    </dsp:sp>
    <dsp:sp modelId="{9C86F478-EAF6-4745-958E-A7AD8D1A793C}">
      <dsp:nvSpPr>
        <dsp:cNvPr id="0" name=""/>
        <dsp:cNvSpPr/>
      </dsp:nvSpPr>
      <dsp:spPr>
        <a:xfrm>
          <a:off x="2965703" y="1797399"/>
          <a:ext cx="2104029" cy="167728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 create a generation of empowered, skilled, and socially responsible young leaders who drive community transformation and sustainable development.</a:t>
          </a:r>
        </a:p>
      </dsp:txBody>
      <dsp:txXfrm>
        <a:off x="2965703" y="1797399"/>
        <a:ext cx="2104029" cy="1677284"/>
      </dsp:txXfrm>
    </dsp:sp>
    <dsp:sp modelId="{15D752CE-6E06-499F-A700-C317D3A34D61}">
      <dsp:nvSpPr>
        <dsp:cNvPr id="0" name=""/>
        <dsp:cNvSpPr/>
      </dsp:nvSpPr>
      <dsp:spPr>
        <a:xfrm>
          <a:off x="5785838" y="1108357"/>
          <a:ext cx="1556752" cy="3462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 Narrow" panose="020B0004020202020204" pitchFamily="34" charset="0"/>
            </a:rPr>
            <a:t>Core Values  </a:t>
          </a:r>
        </a:p>
      </dsp:txBody>
      <dsp:txXfrm>
        <a:off x="5785838" y="1108357"/>
        <a:ext cx="1556752" cy="346206"/>
      </dsp:txXfrm>
    </dsp:sp>
    <dsp:sp modelId="{DD9A0A10-8F4A-4B2D-9793-4797A4DE353F}">
      <dsp:nvSpPr>
        <dsp:cNvPr id="0" name=""/>
        <dsp:cNvSpPr/>
      </dsp:nvSpPr>
      <dsp:spPr>
        <a:xfrm>
          <a:off x="6175027" y="1781482"/>
          <a:ext cx="1556752" cy="29948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✅ Empowerment</a:t>
          </a:r>
        </a:p>
      </dsp:txBody>
      <dsp:txXfrm>
        <a:off x="6175027" y="1781482"/>
        <a:ext cx="1556752" cy="299480"/>
      </dsp:txXfrm>
    </dsp:sp>
    <dsp:sp modelId="{D75CAD97-EDA4-4BDB-96DE-4E2E63F010C5}">
      <dsp:nvSpPr>
        <dsp:cNvPr id="0" name=""/>
        <dsp:cNvSpPr/>
      </dsp:nvSpPr>
      <dsp:spPr>
        <a:xfrm>
          <a:off x="6175027" y="2407880"/>
          <a:ext cx="1556752" cy="31279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✅ Inclusivity</a:t>
          </a:r>
        </a:p>
      </dsp:txBody>
      <dsp:txXfrm>
        <a:off x="6175027" y="2407880"/>
        <a:ext cx="1556752" cy="312790"/>
      </dsp:txXfrm>
    </dsp:sp>
    <dsp:sp modelId="{F2212196-1BAF-488C-9207-4761F9597C87}">
      <dsp:nvSpPr>
        <dsp:cNvPr id="0" name=""/>
        <dsp:cNvSpPr/>
      </dsp:nvSpPr>
      <dsp:spPr>
        <a:xfrm>
          <a:off x="6175027" y="3047589"/>
          <a:ext cx="1556752" cy="22963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Innovation</a:t>
          </a:r>
          <a:endParaRPr lang="en-US" sz="1300" kern="1200" dirty="0"/>
        </a:p>
      </dsp:txBody>
      <dsp:txXfrm>
        <a:off x="6175027" y="3047589"/>
        <a:ext cx="1556752" cy="229636"/>
      </dsp:txXfrm>
    </dsp:sp>
    <dsp:sp modelId="{55AA8406-4D55-4E98-9726-F362CFDA74FE}">
      <dsp:nvSpPr>
        <dsp:cNvPr id="0" name=""/>
        <dsp:cNvSpPr/>
      </dsp:nvSpPr>
      <dsp:spPr>
        <a:xfrm>
          <a:off x="6175027" y="3604143"/>
          <a:ext cx="1556752" cy="2274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✅ Integrity</a:t>
          </a:r>
        </a:p>
      </dsp:txBody>
      <dsp:txXfrm>
        <a:off x="6175027" y="3604143"/>
        <a:ext cx="1556752" cy="227433"/>
      </dsp:txXfrm>
    </dsp:sp>
    <dsp:sp modelId="{FD61A965-C95E-4DDB-83DC-0C0FA2BF1963}">
      <dsp:nvSpPr>
        <dsp:cNvPr id="0" name=""/>
        <dsp:cNvSpPr/>
      </dsp:nvSpPr>
      <dsp:spPr>
        <a:xfrm>
          <a:off x="6175027" y="4158495"/>
          <a:ext cx="1556752" cy="38868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✅ Collaboration</a:t>
          </a:r>
        </a:p>
      </dsp:txBody>
      <dsp:txXfrm>
        <a:off x="6175027" y="4158495"/>
        <a:ext cx="1556752" cy="388682"/>
      </dsp:txXfrm>
    </dsp:sp>
    <dsp:sp modelId="{FB04B6DD-76F9-4557-B7E6-8C6832FA14B9}">
      <dsp:nvSpPr>
        <dsp:cNvPr id="0" name=""/>
        <dsp:cNvSpPr/>
      </dsp:nvSpPr>
      <dsp:spPr>
        <a:xfrm>
          <a:off x="6175027" y="4874096"/>
          <a:ext cx="1556752" cy="23187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Resilience</a:t>
          </a:r>
        </a:p>
      </dsp:txBody>
      <dsp:txXfrm>
        <a:off x="6175027" y="4874096"/>
        <a:ext cx="1556752" cy="2318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A8A39-49F4-49AC-97FC-7602644751F8}">
      <dsp:nvSpPr>
        <dsp:cNvPr id="0" name=""/>
        <dsp:cNvSpPr/>
      </dsp:nvSpPr>
      <dsp:spPr>
        <a:xfrm>
          <a:off x="3803167" y="1302996"/>
          <a:ext cx="3151401" cy="273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734"/>
              </a:lnTo>
              <a:lnTo>
                <a:pt x="3151401" y="136734"/>
              </a:lnTo>
              <a:lnTo>
                <a:pt x="3151401" y="273468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8F0BB-65B4-4D7A-9B37-7AEB654D4015}">
      <dsp:nvSpPr>
        <dsp:cNvPr id="0" name=""/>
        <dsp:cNvSpPr/>
      </dsp:nvSpPr>
      <dsp:spPr>
        <a:xfrm>
          <a:off x="3803167" y="1302996"/>
          <a:ext cx="1575700" cy="273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734"/>
              </a:lnTo>
              <a:lnTo>
                <a:pt x="1575700" y="136734"/>
              </a:lnTo>
              <a:lnTo>
                <a:pt x="1575700" y="273468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EE928-0CA3-4E51-B6E5-4BDA20CD835A}">
      <dsp:nvSpPr>
        <dsp:cNvPr id="0" name=""/>
        <dsp:cNvSpPr/>
      </dsp:nvSpPr>
      <dsp:spPr>
        <a:xfrm>
          <a:off x="3757447" y="1302996"/>
          <a:ext cx="91440" cy="2734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468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04956A-5895-4623-8FC5-AD3460B9D1CB}">
      <dsp:nvSpPr>
        <dsp:cNvPr id="0" name=""/>
        <dsp:cNvSpPr/>
      </dsp:nvSpPr>
      <dsp:spPr>
        <a:xfrm>
          <a:off x="2227466" y="1302996"/>
          <a:ext cx="1575700" cy="273468"/>
        </a:xfrm>
        <a:custGeom>
          <a:avLst/>
          <a:gdLst/>
          <a:ahLst/>
          <a:cxnLst/>
          <a:rect l="0" t="0" r="0" b="0"/>
          <a:pathLst>
            <a:path>
              <a:moveTo>
                <a:pt x="1575700" y="0"/>
              </a:moveTo>
              <a:lnTo>
                <a:pt x="1575700" y="136734"/>
              </a:lnTo>
              <a:lnTo>
                <a:pt x="0" y="136734"/>
              </a:lnTo>
              <a:lnTo>
                <a:pt x="0" y="273468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5F76A5-0491-4222-9A83-19AB9F039FDF}">
      <dsp:nvSpPr>
        <dsp:cNvPr id="0" name=""/>
        <dsp:cNvSpPr/>
      </dsp:nvSpPr>
      <dsp:spPr>
        <a:xfrm>
          <a:off x="651765" y="1302996"/>
          <a:ext cx="3151401" cy="273468"/>
        </a:xfrm>
        <a:custGeom>
          <a:avLst/>
          <a:gdLst/>
          <a:ahLst/>
          <a:cxnLst/>
          <a:rect l="0" t="0" r="0" b="0"/>
          <a:pathLst>
            <a:path>
              <a:moveTo>
                <a:pt x="3151401" y="0"/>
              </a:moveTo>
              <a:lnTo>
                <a:pt x="3151401" y="136734"/>
              </a:lnTo>
              <a:lnTo>
                <a:pt x="0" y="136734"/>
              </a:lnTo>
              <a:lnTo>
                <a:pt x="0" y="273468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66A26-22C1-4BB7-9A0C-8D632CD39CC6}">
      <dsp:nvSpPr>
        <dsp:cNvPr id="0" name=""/>
        <dsp:cNvSpPr/>
      </dsp:nvSpPr>
      <dsp:spPr>
        <a:xfrm>
          <a:off x="2534975" y="651880"/>
          <a:ext cx="2536383" cy="65111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 Black" panose="020B0A04020102020204" pitchFamily="34" charset="0"/>
            </a:rPr>
            <a:t>Our Impact in the Community </a:t>
          </a:r>
        </a:p>
      </dsp:txBody>
      <dsp:txXfrm>
        <a:off x="2534975" y="651880"/>
        <a:ext cx="2536383" cy="651116"/>
      </dsp:txXfrm>
    </dsp:sp>
    <dsp:sp modelId="{B2DD9711-F122-4E2C-ADF0-189A5DC14378}">
      <dsp:nvSpPr>
        <dsp:cNvPr id="0" name=""/>
        <dsp:cNvSpPr/>
      </dsp:nvSpPr>
      <dsp:spPr>
        <a:xfrm>
          <a:off x="649" y="1576465"/>
          <a:ext cx="1302232" cy="65111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Increasing Access to Education</a:t>
          </a:r>
        </a:p>
      </dsp:txBody>
      <dsp:txXfrm>
        <a:off x="649" y="1576465"/>
        <a:ext cx="1302232" cy="651116"/>
      </dsp:txXfrm>
    </dsp:sp>
    <dsp:sp modelId="{382ED092-D600-4F4C-970C-A5BC394AB9E0}">
      <dsp:nvSpPr>
        <dsp:cNvPr id="0" name=""/>
        <dsp:cNvSpPr/>
      </dsp:nvSpPr>
      <dsp:spPr>
        <a:xfrm>
          <a:off x="1576350" y="1576465"/>
          <a:ext cx="1302232" cy="65111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Empowering Young Entrepreneurs</a:t>
          </a:r>
        </a:p>
      </dsp:txBody>
      <dsp:txXfrm>
        <a:off x="1576350" y="1576465"/>
        <a:ext cx="1302232" cy="651116"/>
      </dsp:txXfrm>
    </dsp:sp>
    <dsp:sp modelId="{21D3022E-556D-4B9C-A85A-21A5AA3ECD4B}">
      <dsp:nvSpPr>
        <dsp:cNvPr id="0" name=""/>
        <dsp:cNvSpPr/>
      </dsp:nvSpPr>
      <dsp:spPr>
        <a:xfrm>
          <a:off x="3152051" y="1576465"/>
          <a:ext cx="1302232" cy="65111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Improving Health &amp; Well-being</a:t>
          </a:r>
        </a:p>
      </dsp:txBody>
      <dsp:txXfrm>
        <a:off x="3152051" y="1576465"/>
        <a:ext cx="1302232" cy="651116"/>
      </dsp:txXfrm>
    </dsp:sp>
    <dsp:sp modelId="{D60F4AB3-455F-4747-A1A5-0C1867188C43}">
      <dsp:nvSpPr>
        <dsp:cNvPr id="0" name=""/>
        <dsp:cNvSpPr/>
      </dsp:nvSpPr>
      <dsp:spPr>
        <a:xfrm>
          <a:off x="4727752" y="1576465"/>
          <a:ext cx="1302232" cy="65111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Promoting Civic Engagement</a:t>
          </a:r>
        </a:p>
      </dsp:txBody>
      <dsp:txXfrm>
        <a:off x="4727752" y="1576465"/>
        <a:ext cx="1302232" cy="651116"/>
      </dsp:txXfrm>
    </dsp:sp>
    <dsp:sp modelId="{E668C4DA-790B-4307-83E6-A08E15962DAE}">
      <dsp:nvSpPr>
        <dsp:cNvPr id="0" name=""/>
        <dsp:cNvSpPr/>
      </dsp:nvSpPr>
      <dsp:spPr>
        <a:xfrm>
          <a:off x="6303453" y="1576465"/>
          <a:ext cx="1302232" cy="65111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Fostering Environmental Responsibility</a:t>
          </a:r>
        </a:p>
      </dsp:txBody>
      <dsp:txXfrm>
        <a:off x="6303453" y="1576465"/>
        <a:ext cx="1302232" cy="6511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E02E1-E022-47E4-AA71-13A3E1FC53E4}">
      <dsp:nvSpPr>
        <dsp:cNvPr id="0" name=""/>
        <dsp:cNvSpPr/>
      </dsp:nvSpPr>
      <dsp:spPr>
        <a:xfrm>
          <a:off x="2269" y="1587223"/>
          <a:ext cx="2213199" cy="8605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1. Provides Direction for Growth and Impact  </a:t>
          </a:r>
        </a:p>
      </dsp:txBody>
      <dsp:txXfrm>
        <a:off x="2269" y="1587223"/>
        <a:ext cx="2213199" cy="860549"/>
      </dsp:txXfrm>
    </dsp:sp>
    <dsp:sp modelId="{8D0C192C-75D7-4D56-AAFD-196F352AB16F}">
      <dsp:nvSpPr>
        <dsp:cNvPr id="0" name=""/>
        <dsp:cNvSpPr/>
      </dsp:nvSpPr>
      <dsp:spPr>
        <a:xfrm>
          <a:off x="2269" y="2447773"/>
          <a:ext cx="2213199" cy="19949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Clear Vision and Goals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Structured Program Implementation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Long-term Sustainability</a:t>
          </a:r>
        </a:p>
      </dsp:txBody>
      <dsp:txXfrm>
        <a:off x="2269" y="2447773"/>
        <a:ext cx="2213199" cy="1994928"/>
      </dsp:txXfrm>
    </dsp:sp>
    <dsp:sp modelId="{198AE81C-4327-4BA5-AFEB-6ADAC9F426D1}">
      <dsp:nvSpPr>
        <dsp:cNvPr id="0" name=""/>
        <dsp:cNvSpPr/>
      </dsp:nvSpPr>
      <dsp:spPr>
        <a:xfrm>
          <a:off x="2525317" y="1587223"/>
          <a:ext cx="2213199" cy="8605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2. Helps in Resource Mobilization and Sustainability  </a:t>
          </a:r>
        </a:p>
      </dsp:txBody>
      <dsp:txXfrm>
        <a:off x="2525317" y="1587223"/>
        <a:ext cx="2213199" cy="860549"/>
      </dsp:txXfrm>
    </dsp:sp>
    <dsp:sp modelId="{D09CBD67-6E2C-4054-A75C-F1FF2C025E00}">
      <dsp:nvSpPr>
        <dsp:cNvPr id="0" name=""/>
        <dsp:cNvSpPr/>
      </dsp:nvSpPr>
      <dsp:spPr>
        <a:xfrm>
          <a:off x="2525317" y="2447773"/>
          <a:ext cx="2213199" cy="199492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Attracting Funding &amp; Partnerships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Optimized Use of Resources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Strengthens Stakeholder Confidence</a:t>
          </a:r>
        </a:p>
      </dsp:txBody>
      <dsp:txXfrm>
        <a:off x="2525317" y="2447773"/>
        <a:ext cx="2213199" cy="1994928"/>
      </dsp:txXfrm>
    </dsp:sp>
    <dsp:sp modelId="{DB317010-7524-4971-AC48-40B5849F9188}">
      <dsp:nvSpPr>
        <dsp:cNvPr id="0" name=""/>
        <dsp:cNvSpPr/>
      </dsp:nvSpPr>
      <dsp:spPr>
        <a:xfrm>
          <a:off x="5048365" y="1587223"/>
          <a:ext cx="2213199" cy="8605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3. Ensures Accountability and Measurable Progress  </a:t>
          </a:r>
        </a:p>
      </dsp:txBody>
      <dsp:txXfrm>
        <a:off x="5048365" y="1587223"/>
        <a:ext cx="2213199" cy="860549"/>
      </dsp:txXfrm>
    </dsp:sp>
    <dsp:sp modelId="{057543AA-7E79-478C-96FD-991184C882DF}">
      <dsp:nvSpPr>
        <dsp:cNvPr id="0" name=""/>
        <dsp:cNvSpPr/>
      </dsp:nvSpPr>
      <dsp:spPr>
        <a:xfrm>
          <a:off x="5048365" y="2447773"/>
          <a:ext cx="2213199" cy="199492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Monitoring &amp; Evaluation (M&amp;E)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Transparency &amp; Reporting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Continuous Learning &amp; Improvement</a:t>
          </a:r>
        </a:p>
      </dsp:txBody>
      <dsp:txXfrm>
        <a:off x="5048365" y="2447773"/>
        <a:ext cx="2213199" cy="19949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9B3AA-EC3F-4E71-9D31-C74AC5FAF080}">
      <dsp:nvSpPr>
        <dsp:cNvPr id="0" name=""/>
        <dsp:cNvSpPr/>
      </dsp:nvSpPr>
      <dsp:spPr>
        <a:xfrm>
          <a:off x="2278" y="138374"/>
          <a:ext cx="2221873" cy="7602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Goal 1: Expand Educational and Skill Development Programs  </a:t>
          </a:r>
        </a:p>
      </dsp:txBody>
      <dsp:txXfrm>
        <a:off x="2278" y="138374"/>
        <a:ext cx="2221873" cy="760288"/>
      </dsp:txXfrm>
    </dsp:sp>
    <dsp:sp modelId="{2E79600E-4BBF-48DC-A4C7-9EFAF1E88C2C}">
      <dsp:nvSpPr>
        <dsp:cNvPr id="0" name=""/>
        <dsp:cNvSpPr/>
      </dsp:nvSpPr>
      <dsp:spPr>
        <a:xfrm>
          <a:off x="2278" y="898662"/>
          <a:ext cx="2221873" cy="156465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Scale the Quality Education Initiative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Launch new vocational training programs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Expand mentorship programs to rural areas  </a:t>
          </a:r>
        </a:p>
      </dsp:txBody>
      <dsp:txXfrm>
        <a:off x="2278" y="898662"/>
        <a:ext cx="2221873" cy="1564650"/>
      </dsp:txXfrm>
    </dsp:sp>
    <dsp:sp modelId="{29A583CA-0FF3-438E-A68A-173B9D26D6C1}">
      <dsp:nvSpPr>
        <dsp:cNvPr id="0" name=""/>
        <dsp:cNvSpPr/>
      </dsp:nvSpPr>
      <dsp:spPr>
        <a:xfrm>
          <a:off x="2535215" y="138374"/>
          <a:ext cx="2221873" cy="760288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Goal 2: Strengthen Mental Health and Well-being Initiatives  </a:t>
          </a:r>
        </a:p>
      </dsp:txBody>
      <dsp:txXfrm>
        <a:off x="2535215" y="138374"/>
        <a:ext cx="2221873" cy="760288"/>
      </dsp:txXfrm>
    </dsp:sp>
    <dsp:sp modelId="{09EA69E0-262E-4C18-A153-9F5B622DEE1D}">
      <dsp:nvSpPr>
        <dsp:cNvPr id="0" name=""/>
        <dsp:cNvSpPr/>
      </dsp:nvSpPr>
      <dsp:spPr>
        <a:xfrm>
          <a:off x="2535215" y="898662"/>
          <a:ext cx="2221873" cy="1564650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Implement digital mental health services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Conduct quarterly mental health seminars  </a:t>
          </a:r>
        </a:p>
      </dsp:txBody>
      <dsp:txXfrm>
        <a:off x="2535215" y="898662"/>
        <a:ext cx="2221873" cy="1564650"/>
      </dsp:txXfrm>
    </dsp:sp>
    <dsp:sp modelId="{FF5277DB-B3A0-42D3-AF5D-21E4BA6E1CFB}">
      <dsp:nvSpPr>
        <dsp:cNvPr id="0" name=""/>
        <dsp:cNvSpPr/>
      </dsp:nvSpPr>
      <dsp:spPr>
        <a:xfrm>
          <a:off x="5068151" y="138374"/>
          <a:ext cx="2221873" cy="760288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Goal 3: Leverage Technology for Education and Health  </a:t>
          </a:r>
        </a:p>
      </dsp:txBody>
      <dsp:txXfrm>
        <a:off x="5068151" y="138374"/>
        <a:ext cx="2221873" cy="760288"/>
      </dsp:txXfrm>
    </dsp:sp>
    <dsp:sp modelId="{B2FE14FE-0BBE-43DD-AE81-6A955B39F640}">
      <dsp:nvSpPr>
        <dsp:cNvPr id="0" name=""/>
        <dsp:cNvSpPr/>
      </dsp:nvSpPr>
      <dsp:spPr>
        <a:xfrm>
          <a:off x="5068151" y="898662"/>
          <a:ext cx="2221873" cy="156465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Develop and launch an online learning platform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 social media &amp; mobile apps to reach 5,000 youth </a:t>
          </a:r>
        </a:p>
      </dsp:txBody>
      <dsp:txXfrm>
        <a:off x="5068151" y="898662"/>
        <a:ext cx="2221873" cy="15646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F18FC-5C16-4E0A-9A0F-3F23A174FA15}">
      <dsp:nvSpPr>
        <dsp:cNvPr id="0" name=""/>
        <dsp:cNvSpPr/>
      </dsp:nvSpPr>
      <dsp:spPr>
        <a:xfrm>
          <a:off x="25" y="178964"/>
          <a:ext cx="2405758" cy="8055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Goal 4: Enhance Partnerships and Community Engagement  </a:t>
          </a:r>
        </a:p>
      </dsp:txBody>
      <dsp:txXfrm>
        <a:off x="25" y="178964"/>
        <a:ext cx="2405758" cy="805583"/>
      </dsp:txXfrm>
    </dsp:sp>
    <dsp:sp modelId="{586A28D7-A31E-4567-8658-C259B1E2351C}">
      <dsp:nvSpPr>
        <dsp:cNvPr id="0" name=""/>
        <dsp:cNvSpPr/>
      </dsp:nvSpPr>
      <dsp:spPr>
        <a:xfrm>
          <a:off x="25" y="984548"/>
          <a:ext cx="2405758" cy="233462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Build at least 10 new partnerships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Organize regular community awareness events  </a:t>
          </a:r>
        </a:p>
      </dsp:txBody>
      <dsp:txXfrm>
        <a:off x="25" y="984548"/>
        <a:ext cx="2405758" cy="2334622"/>
      </dsp:txXfrm>
    </dsp:sp>
    <dsp:sp modelId="{71D0F82D-D185-4D6C-88BE-4DB0900B4245}">
      <dsp:nvSpPr>
        <dsp:cNvPr id="0" name=""/>
        <dsp:cNvSpPr/>
      </dsp:nvSpPr>
      <dsp:spPr>
        <a:xfrm>
          <a:off x="2742590" y="178964"/>
          <a:ext cx="2405758" cy="80558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Goal 5: Strengthen Organizational Capacity and Sustainability  </a:t>
          </a:r>
        </a:p>
      </dsp:txBody>
      <dsp:txXfrm>
        <a:off x="2742590" y="178964"/>
        <a:ext cx="2405758" cy="805583"/>
      </dsp:txXfrm>
    </dsp:sp>
    <dsp:sp modelId="{4E76A291-EA16-4493-85E5-546C2F2AE2E7}">
      <dsp:nvSpPr>
        <dsp:cNvPr id="0" name=""/>
        <dsp:cNvSpPr/>
      </dsp:nvSpPr>
      <dsp:spPr>
        <a:xfrm>
          <a:off x="2742590" y="984548"/>
          <a:ext cx="2405758" cy="2334622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Establish a fundraising strategy to secure ZMW 50,000+ annually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Develop leadership capacity through training programs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-mplement a Monitoring &amp; Evaluation (M&amp;E) system </a:t>
          </a:r>
        </a:p>
      </dsp:txBody>
      <dsp:txXfrm>
        <a:off x="2742590" y="984548"/>
        <a:ext cx="2405758" cy="23346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4C404-37E4-460C-9545-155D15E3A8CE}">
      <dsp:nvSpPr>
        <dsp:cNvPr id="0" name=""/>
        <dsp:cNvSpPr/>
      </dsp:nvSpPr>
      <dsp:spPr>
        <a:xfrm>
          <a:off x="0" y="442434"/>
          <a:ext cx="6903982" cy="559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826" tIns="499872" rIns="53582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Education &amp; Skills Development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Youth Empowerment &amp; Talent Development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Sexual Reproductive Health and Rights (SRHR)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Mental Health &amp; Well-being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Youth Entrepreneurship &amp; Innovation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Street Children Support &amp; Reintegration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Climate Action &amp; Environmental Sustainability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Youth Leadership &amp; Civic Engagement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Poverty Alleviation &amp; Community Development 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Gender Equality &amp; Social Justice</a:t>
          </a:r>
        </a:p>
      </dsp:txBody>
      <dsp:txXfrm>
        <a:off x="0" y="442434"/>
        <a:ext cx="6903982" cy="5594400"/>
      </dsp:txXfrm>
    </dsp:sp>
    <dsp:sp modelId="{DC8E2FC9-7ED5-4A8C-8D65-40D0F560AFD3}">
      <dsp:nvSpPr>
        <dsp:cNvPr id="0" name=""/>
        <dsp:cNvSpPr/>
      </dsp:nvSpPr>
      <dsp:spPr>
        <a:xfrm>
          <a:off x="345199" y="88194"/>
          <a:ext cx="4832787" cy="7084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668" tIns="0" rIns="18266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Program Focus Areas</a:t>
          </a:r>
        </a:p>
      </dsp:txBody>
      <dsp:txXfrm>
        <a:off x="379784" y="122779"/>
        <a:ext cx="4763617" cy="639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3EAA5-3EEA-482D-956E-49FFB07CEB15}">
      <dsp:nvSpPr>
        <dsp:cNvPr id="0" name=""/>
        <dsp:cNvSpPr/>
      </dsp:nvSpPr>
      <dsp:spPr>
        <a:xfrm>
          <a:off x="297867" y="2821"/>
          <a:ext cx="1942459" cy="97122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Collection &amp; Tracking Tools  </a:t>
          </a:r>
        </a:p>
      </dsp:txBody>
      <dsp:txXfrm>
        <a:off x="326313" y="31267"/>
        <a:ext cx="1885567" cy="914337"/>
      </dsp:txXfrm>
    </dsp:sp>
    <dsp:sp modelId="{78067B49-FB0F-423E-9583-0647F6CE1692}">
      <dsp:nvSpPr>
        <dsp:cNvPr id="0" name=""/>
        <dsp:cNvSpPr/>
      </dsp:nvSpPr>
      <dsp:spPr>
        <a:xfrm>
          <a:off x="492113" y="974051"/>
          <a:ext cx="194245" cy="728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422"/>
              </a:lnTo>
              <a:lnTo>
                <a:pt x="194245" y="72842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9BC55-3695-42F5-88AC-65428978B0E9}">
      <dsp:nvSpPr>
        <dsp:cNvPr id="0" name=""/>
        <dsp:cNvSpPr/>
      </dsp:nvSpPr>
      <dsp:spPr>
        <a:xfrm>
          <a:off x="686359" y="1216858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Surveys &amp; questionnaires from program participants.  </a:t>
          </a:r>
        </a:p>
      </dsp:txBody>
      <dsp:txXfrm>
        <a:off x="714805" y="1245304"/>
        <a:ext cx="1497075" cy="914337"/>
      </dsp:txXfrm>
    </dsp:sp>
    <dsp:sp modelId="{22F51935-11B5-4413-A8D5-4DEE8B1E6761}">
      <dsp:nvSpPr>
        <dsp:cNvPr id="0" name=""/>
        <dsp:cNvSpPr/>
      </dsp:nvSpPr>
      <dsp:spPr>
        <a:xfrm>
          <a:off x="492113" y="974051"/>
          <a:ext cx="194245" cy="1942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2459"/>
              </a:lnTo>
              <a:lnTo>
                <a:pt x="194245" y="1942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7AA5F8-E71F-4F99-B17B-561ABA8520D9}">
      <dsp:nvSpPr>
        <dsp:cNvPr id="0" name=""/>
        <dsp:cNvSpPr/>
      </dsp:nvSpPr>
      <dsp:spPr>
        <a:xfrm>
          <a:off x="686359" y="2430895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225111"/>
              <a:satOff val="-5097"/>
              <a:lumOff val="12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Attendance records from workshops and training sessions.  </a:t>
          </a:r>
        </a:p>
      </dsp:txBody>
      <dsp:txXfrm>
        <a:off x="714805" y="2459341"/>
        <a:ext cx="1497075" cy="914337"/>
      </dsp:txXfrm>
    </dsp:sp>
    <dsp:sp modelId="{5870BB9D-A143-4904-A3D1-83AAD723EE5B}">
      <dsp:nvSpPr>
        <dsp:cNvPr id="0" name=""/>
        <dsp:cNvSpPr/>
      </dsp:nvSpPr>
      <dsp:spPr>
        <a:xfrm>
          <a:off x="492113" y="974051"/>
          <a:ext cx="194245" cy="3156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6496"/>
              </a:lnTo>
              <a:lnTo>
                <a:pt x="194245" y="31564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7AA3FD-2379-4C2C-943F-D9ABA90C120C}">
      <dsp:nvSpPr>
        <dsp:cNvPr id="0" name=""/>
        <dsp:cNvSpPr/>
      </dsp:nvSpPr>
      <dsp:spPr>
        <a:xfrm>
          <a:off x="686359" y="3644932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450223"/>
              <a:satOff val="-10194"/>
              <a:lumOff val="2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Reports from field coordinators and program leads.  </a:t>
          </a:r>
        </a:p>
      </dsp:txBody>
      <dsp:txXfrm>
        <a:off x="714805" y="3673378"/>
        <a:ext cx="1497075" cy="914337"/>
      </dsp:txXfrm>
    </dsp:sp>
    <dsp:sp modelId="{1B763E2D-2CA3-42D5-9A33-E2206456D7F6}">
      <dsp:nvSpPr>
        <dsp:cNvPr id="0" name=""/>
        <dsp:cNvSpPr/>
      </dsp:nvSpPr>
      <dsp:spPr>
        <a:xfrm>
          <a:off x="492113" y="974051"/>
          <a:ext cx="194245" cy="4370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70533"/>
              </a:lnTo>
              <a:lnTo>
                <a:pt x="194245" y="437053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9C2E26-5089-4211-8D54-08CD255E6EE9}">
      <dsp:nvSpPr>
        <dsp:cNvPr id="0" name=""/>
        <dsp:cNvSpPr/>
      </dsp:nvSpPr>
      <dsp:spPr>
        <a:xfrm>
          <a:off x="686359" y="4858969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675334"/>
              <a:satOff val="-15291"/>
              <a:lumOff val="36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Online engagement metrics from digital platforms.  </a:t>
          </a:r>
        </a:p>
      </dsp:txBody>
      <dsp:txXfrm>
        <a:off x="714805" y="4887415"/>
        <a:ext cx="1497075" cy="914337"/>
      </dsp:txXfrm>
    </dsp:sp>
    <dsp:sp modelId="{75356B70-8F83-4F16-B109-7525C781F471}">
      <dsp:nvSpPr>
        <dsp:cNvPr id="0" name=""/>
        <dsp:cNvSpPr/>
      </dsp:nvSpPr>
      <dsp:spPr>
        <a:xfrm>
          <a:off x="2725941" y="2821"/>
          <a:ext cx="1942459" cy="971229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Performance Monitoring  </a:t>
          </a:r>
        </a:p>
      </dsp:txBody>
      <dsp:txXfrm>
        <a:off x="2754387" y="31267"/>
        <a:ext cx="1885567" cy="914337"/>
      </dsp:txXfrm>
    </dsp:sp>
    <dsp:sp modelId="{184998BB-E80E-4C22-A9BE-976B36CD0F4D}">
      <dsp:nvSpPr>
        <dsp:cNvPr id="0" name=""/>
        <dsp:cNvSpPr/>
      </dsp:nvSpPr>
      <dsp:spPr>
        <a:xfrm>
          <a:off x="2920187" y="974051"/>
          <a:ext cx="194245" cy="728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422"/>
              </a:lnTo>
              <a:lnTo>
                <a:pt x="194245" y="72842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0CAF6-1DE4-471C-B55C-CE52C65F3AC4}">
      <dsp:nvSpPr>
        <dsp:cNvPr id="0" name=""/>
        <dsp:cNvSpPr/>
      </dsp:nvSpPr>
      <dsp:spPr>
        <a:xfrm>
          <a:off x="3114433" y="1216858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Regular field visits to assess program implementation.  </a:t>
          </a:r>
        </a:p>
      </dsp:txBody>
      <dsp:txXfrm>
        <a:off x="3142879" y="1245304"/>
        <a:ext cx="1497075" cy="914337"/>
      </dsp:txXfrm>
    </dsp:sp>
    <dsp:sp modelId="{318AAFDE-C5D1-4A1C-92ED-328F68FD4C97}">
      <dsp:nvSpPr>
        <dsp:cNvPr id="0" name=""/>
        <dsp:cNvSpPr/>
      </dsp:nvSpPr>
      <dsp:spPr>
        <a:xfrm>
          <a:off x="2920187" y="974051"/>
          <a:ext cx="194245" cy="1942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2459"/>
              </a:lnTo>
              <a:lnTo>
                <a:pt x="194245" y="1942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79F7C8-791F-4F3F-8920-73E7C8550A93}">
      <dsp:nvSpPr>
        <dsp:cNvPr id="0" name=""/>
        <dsp:cNvSpPr/>
      </dsp:nvSpPr>
      <dsp:spPr>
        <a:xfrm>
          <a:off x="3114433" y="2430895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125556"/>
              <a:satOff val="-25486"/>
              <a:lumOff val="60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Beneficiary feedback sessions to understand program impact.  </a:t>
          </a:r>
        </a:p>
      </dsp:txBody>
      <dsp:txXfrm>
        <a:off x="3142879" y="2459341"/>
        <a:ext cx="1497075" cy="914337"/>
      </dsp:txXfrm>
    </dsp:sp>
    <dsp:sp modelId="{01906759-FFE1-4709-9668-7AF1A29A9B65}">
      <dsp:nvSpPr>
        <dsp:cNvPr id="0" name=""/>
        <dsp:cNvSpPr/>
      </dsp:nvSpPr>
      <dsp:spPr>
        <a:xfrm>
          <a:off x="2920187" y="974051"/>
          <a:ext cx="194245" cy="3156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6496"/>
              </a:lnTo>
              <a:lnTo>
                <a:pt x="194245" y="31564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9CE44F-C0D2-4986-8CAC-7FDC42AE3C46}">
      <dsp:nvSpPr>
        <dsp:cNvPr id="0" name=""/>
        <dsp:cNvSpPr/>
      </dsp:nvSpPr>
      <dsp:spPr>
        <a:xfrm>
          <a:off x="3114433" y="3644932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350668"/>
              <a:satOff val="-30583"/>
              <a:lumOff val="72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Mid-term and final impact assessments to measure overall effectiveness.  </a:t>
          </a:r>
        </a:p>
      </dsp:txBody>
      <dsp:txXfrm>
        <a:off x="3142879" y="3673378"/>
        <a:ext cx="1497075" cy="914337"/>
      </dsp:txXfrm>
    </dsp:sp>
    <dsp:sp modelId="{D64EA820-A26C-4419-B91A-2BDCB459A707}">
      <dsp:nvSpPr>
        <dsp:cNvPr id="0" name=""/>
        <dsp:cNvSpPr/>
      </dsp:nvSpPr>
      <dsp:spPr>
        <a:xfrm>
          <a:off x="5154015" y="2821"/>
          <a:ext cx="1942459" cy="971229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Stakeholder Engagement  </a:t>
          </a:r>
        </a:p>
      </dsp:txBody>
      <dsp:txXfrm>
        <a:off x="5182461" y="31267"/>
        <a:ext cx="1885567" cy="914337"/>
      </dsp:txXfrm>
    </dsp:sp>
    <dsp:sp modelId="{536E39D3-460D-4C3F-A983-0D8EE814C934}">
      <dsp:nvSpPr>
        <dsp:cNvPr id="0" name=""/>
        <dsp:cNvSpPr/>
      </dsp:nvSpPr>
      <dsp:spPr>
        <a:xfrm>
          <a:off x="5348261" y="974051"/>
          <a:ext cx="194245" cy="728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422"/>
              </a:lnTo>
              <a:lnTo>
                <a:pt x="194245" y="72842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B92183-8245-4C9B-8BCF-B79892DA49C5}">
      <dsp:nvSpPr>
        <dsp:cNvPr id="0" name=""/>
        <dsp:cNvSpPr/>
      </dsp:nvSpPr>
      <dsp:spPr>
        <a:xfrm>
          <a:off x="5542507" y="1216858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575779"/>
              <a:satOff val="-35680"/>
              <a:lumOff val="84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Continuous dialogue with partners, funders, and community leaders.  </a:t>
          </a:r>
        </a:p>
      </dsp:txBody>
      <dsp:txXfrm>
        <a:off x="5570953" y="1245304"/>
        <a:ext cx="1497075" cy="914337"/>
      </dsp:txXfrm>
    </dsp:sp>
    <dsp:sp modelId="{D91104E0-6B34-4A66-8117-06C60CD0BE1F}">
      <dsp:nvSpPr>
        <dsp:cNvPr id="0" name=""/>
        <dsp:cNvSpPr/>
      </dsp:nvSpPr>
      <dsp:spPr>
        <a:xfrm>
          <a:off x="5348261" y="974051"/>
          <a:ext cx="194245" cy="1942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2459"/>
              </a:lnTo>
              <a:lnTo>
                <a:pt x="194245" y="1942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E4ABC-2198-449B-B14A-4F160EE97497}">
      <dsp:nvSpPr>
        <dsp:cNvPr id="0" name=""/>
        <dsp:cNvSpPr/>
      </dsp:nvSpPr>
      <dsp:spPr>
        <a:xfrm>
          <a:off x="5542507" y="2430895"/>
          <a:ext cx="1553967" cy="97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Involvement of youth beneficiaries in program evaluation. </a:t>
          </a:r>
        </a:p>
      </dsp:txBody>
      <dsp:txXfrm>
        <a:off x="5570953" y="2459341"/>
        <a:ext cx="1497075" cy="9143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D845F-0E10-4069-8921-FBA719298338}">
      <dsp:nvSpPr>
        <dsp:cNvPr id="0" name=""/>
        <dsp:cNvSpPr/>
      </dsp:nvSpPr>
      <dsp:spPr>
        <a:xfrm>
          <a:off x="2830" y="826390"/>
          <a:ext cx="1702048" cy="65448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Quarterly Reports (Every 3 Months)  </a:t>
          </a:r>
        </a:p>
      </dsp:txBody>
      <dsp:txXfrm>
        <a:off x="2830" y="826390"/>
        <a:ext cx="1702048" cy="654486"/>
      </dsp:txXfrm>
    </dsp:sp>
    <dsp:sp modelId="{D617C7C9-DB99-40C4-95C8-9A3E9DBEC89F}">
      <dsp:nvSpPr>
        <dsp:cNvPr id="0" name=""/>
        <dsp:cNvSpPr/>
      </dsp:nvSpPr>
      <dsp:spPr>
        <a:xfrm>
          <a:off x="2830" y="1480876"/>
          <a:ext cx="1702048" cy="379599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Assessment of program progress using KPIs.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Challenges, lessons learned, and adjustments needed.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Financial report on budget utilization and funding updates.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Submitted to leadership, board members, and key partners.  </a:t>
          </a:r>
        </a:p>
      </dsp:txBody>
      <dsp:txXfrm>
        <a:off x="2830" y="1480876"/>
        <a:ext cx="1702048" cy="3795991"/>
      </dsp:txXfrm>
    </dsp:sp>
    <dsp:sp modelId="{FD8F784A-A2D1-4FA7-B2B3-F1562777B22F}">
      <dsp:nvSpPr>
        <dsp:cNvPr id="0" name=""/>
        <dsp:cNvSpPr/>
      </dsp:nvSpPr>
      <dsp:spPr>
        <a:xfrm>
          <a:off x="1943166" y="826390"/>
          <a:ext cx="1702048" cy="65448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Annual Reports (End of Each Year)  </a:t>
          </a:r>
        </a:p>
      </dsp:txBody>
      <dsp:txXfrm>
        <a:off x="1943166" y="826390"/>
        <a:ext cx="1702048" cy="654486"/>
      </dsp:txXfrm>
    </dsp:sp>
    <dsp:sp modelId="{A7B7C127-E59B-43C8-BF5E-EE6CB82D4CE0}">
      <dsp:nvSpPr>
        <dsp:cNvPr id="0" name=""/>
        <dsp:cNvSpPr/>
      </dsp:nvSpPr>
      <dsp:spPr>
        <a:xfrm>
          <a:off x="1943166" y="1480876"/>
          <a:ext cx="1702048" cy="379599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Comprehensive review of all programs and activities.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Success stories and case studies showcasing impact.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Financial performance and sustainability plan updates.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Recommendations for the next year’s strategic adjustments.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Shared with stakeholders, funders, and government bodies.  </a:t>
          </a:r>
        </a:p>
      </dsp:txBody>
      <dsp:txXfrm>
        <a:off x="1943166" y="1480876"/>
        <a:ext cx="1702048" cy="3795991"/>
      </dsp:txXfrm>
    </dsp:sp>
    <dsp:sp modelId="{83768E76-B608-42E8-B468-5118EBE064A9}">
      <dsp:nvSpPr>
        <dsp:cNvPr id="0" name=""/>
        <dsp:cNvSpPr/>
      </dsp:nvSpPr>
      <dsp:spPr>
        <a:xfrm>
          <a:off x="3883501" y="826390"/>
          <a:ext cx="1702048" cy="65448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Mid-Term Review (End of 2026)  </a:t>
          </a:r>
        </a:p>
      </dsp:txBody>
      <dsp:txXfrm>
        <a:off x="3883501" y="826390"/>
        <a:ext cx="1702048" cy="654486"/>
      </dsp:txXfrm>
    </dsp:sp>
    <dsp:sp modelId="{9B8E9E19-C28A-4035-878D-F3340E7A1187}">
      <dsp:nvSpPr>
        <dsp:cNvPr id="0" name=""/>
        <dsp:cNvSpPr/>
      </dsp:nvSpPr>
      <dsp:spPr>
        <a:xfrm>
          <a:off x="3883501" y="1480876"/>
          <a:ext cx="1702048" cy="379599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In-depth analysis of the first two years of implementation.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Adjustments to strategy based on achievements and challenges.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Strengthening areas that need improvement before the final phase.  </a:t>
          </a:r>
        </a:p>
      </dsp:txBody>
      <dsp:txXfrm>
        <a:off x="3883501" y="1480876"/>
        <a:ext cx="1702048" cy="3795991"/>
      </dsp:txXfrm>
    </dsp:sp>
    <dsp:sp modelId="{0411CBCE-BBE3-4AF7-91D0-3894C689FB47}">
      <dsp:nvSpPr>
        <dsp:cNvPr id="0" name=""/>
        <dsp:cNvSpPr/>
      </dsp:nvSpPr>
      <dsp:spPr>
        <a:xfrm>
          <a:off x="5823836" y="826390"/>
          <a:ext cx="1702048" cy="65448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Final Impact Assessment (End of 2027)  </a:t>
          </a:r>
        </a:p>
      </dsp:txBody>
      <dsp:txXfrm>
        <a:off x="5823836" y="826390"/>
        <a:ext cx="1702048" cy="654486"/>
      </dsp:txXfrm>
    </dsp:sp>
    <dsp:sp modelId="{82B9C0B5-13E2-4220-931B-C8A38DE60AD2}">
      <dsp:nvSpPr>
        <dsp:cNvPr id="0" name=""/>
        <dsp:cNvSpPr/>
      </dsp:nvSpPr>
      <dsp:spPr>
        <a:xfrm>
          <a:off x="5823836" y="1480876"/>
          <a:ext cx="1702048" cy="379599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Full evaluation of the 3-Year Strategic Plan’s success.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Final report showcasing overall impact, sustainability, and recommendations for the 2028-2030 Strategic Plan.</a:t>
          </a:r>
        </a:p>
      </dsp:txBody>
      <dsp:txXfrm>
        <a:off x="5823836" y="1480876"/>
        <a:ext cx="1702048" cy="379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A8400-5B00-4D48-B858-FC26E77DCFD8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8476D-406D-4DED-8F21-1C532159C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0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14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37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5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19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5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20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72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0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38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71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64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52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50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7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476D-406D-4DED-8F21-1C532159CD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0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92DE-939E-7FFC-1EE0-9DC4E0BCA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848D3-5156-A76B-047B-F1A00318D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EB0B9-E0DF-88C7-B29F-56D9C51F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93244-E0F0-C89A-B066-8754B3C7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9BF89-C753-40BA-4551-F4D9354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D88F-C488-3493-862A-087C0EE7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14469-C8BE-85B6-DADD-EC25B420B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CB055-0C14-0DF5-621B-70A65B6D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8781B-E4F7-CE6D-2F67-85446956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49CA-3761-9C0E-D8E6-5ADB97D2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2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E3D7-1AA9-B353-A152-64A99EEE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BF61-11DB-3D09-8E7C-23660F897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5E25-D1F4-AD9D-E80C-B768737B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2D0D7-4E16-0852-D6E7-9BD32F7D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A2D0-7106-D594-001A-CE692314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9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77E-E4F8-729F-6AC4-8C6789B0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AF96-095A-C496-E20C-38B69FFA8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E3B48-4F09-5805-44AC-0160EED44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8BF6D-486C-AAE5-0D59-E54AE5C0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6F472-A021-B45B-B973-5845911E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CCEBA-8F0F-0FA6-837E-801E3D47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2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2146-52CB-8A48-C7A7-36677560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BF6CC-B794-7CCA-6E9A-FA8BE48C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7A456-21FA-A289-0F40-0EDBCDAB5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C2B14-E902-DB31-6E54-84F23FB8A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EF6D4-162D-77DD-61D2-DFF5D8AF4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7E8DB-807A-39CE-B100-5DE7B2AE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F8080-4A2D-815A-A67B-1FD90B3F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62C92-7E3A-FB24-C1EA-711C19ED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6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C099-F251-EB1F-0EC1-648C725D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5C2C5-9EB7-4EBD-44E2-EBDDCD80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E8D77-CA78-88ED-29ED-DDBDC23C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E461C-24CB-4178-93F2-C9A1291B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1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CC8FB-9798-174B-4608-AB40B75C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F6ED2-529F-C747-D274-B266D86C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7BBAD-B861-769B-3C00-8891CDAF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CC0C-07D4-A139-202B-AB2637BD0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48AE-6A9C-29C9-BAE0-2A536CA3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4F1FF-F138-F13F-1A8F-D14B6B8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BF2FB-99FB-FB59-A6DE-D6790D9F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61D1D-74AA-ADFB-3496-D616A613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12E74-B32C-15FB-B716-8A079AC1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9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6851-9127-606A-B9A6-0AA6DE6F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ACD1F-47B2-3748-27C9-C73F61E40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F6D55-C88D-2919-0E23-0B6EF463F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3CBF5-077D-1D47-CC15-D3B02395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735CE-0EDE-3F9A-A048-4E8D4101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3709B-CBC9-0E2A-D8E5-2736E76B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4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220A-8028-B436-0102-ED48F5A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EBF64-FBFE-D430-DE9E-770EB0B31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29B7-4992-FC05-D1A8-1BA97C9A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3D8C2-0E28-C338-9B51-32E75B6A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B4624-E0C6-EBF6-DC70-B1D87DCD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0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88196-A58C-2189-6390-20553082F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240BB-6AEA-548D-B886-3AAEC35B8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FB6A5-CD11-FABD-7273-457A9260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C0DB6-03E4-A13F-3D12-AC84AAA7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8B9C6-92DB-A525-89EE-FB043AAE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7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5E3A2-1DC9-A9B5-19BF-34ABC683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32DEC-0998-ECF7-5F72-18D3FD002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24B82-D6B2-0349-5998-474192001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9F44B-DF0A-4010-9A32-7E76AF0FD504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BE34-81EF-0E77-FCEE-FE189A658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F5A9C-BA1E-1BEA-9F71-182753A67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AFEFF-9C44-4DC9-8759-A77E05392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3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020049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391037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76202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110818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499080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8037B55-996B-DB55-AD30-6AFAC20492DB}"/>
              </a:ext>
            </a:extLst>
          </p:cNvPr>
          <p:cNvSpPr/>
          <p:nvPr/>
        </p:nvSpPr>
        <p:spPr>
          <a:xfrm>
            <a:off x="7408460" y="178797"/>
            <a:ext cx="1268150" cy="1154057"/>
          </a:xfrm>
          <a:custGeom>
            <a:avLst/>
            <a:gdLst/>
            <a:ahLst/>
            <a:cxnLst/>
            <a:rect l="l" t="t" r="r" b="b"/>
            <a:pathLst>
              <a:path w="1987013" h="1994851">
                <a:moveTo>
                  <a:pt x="0" y="0"/>
                </a:moveTo>
                <a:lnTo>
                  <a:pt x="1987013" y="0"/>
                </a:lnTo>
                <a:lnTo>
                  <a:pt x="1987013" y="1994850"/>
                </a:lnTo>
                <a:lnTo>
                  <a:pt x="0" y="1994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CC6A6-124F-4B47-A226-4D4ED6710F3B}"/>
              </a:ext>
            </a:extLst>
          </p:cNvPr>
          <p:cNvSpPr txBox="1"/>
          <p:nvPr/>
        </p:nvSpPr>
        <p:spPr>
          <a:xfrm>
            <a:off x="4614239" y="1924945"/>
            <a:ext cx="7213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DengXian" panose="020B0503020204020204" pitchFamily="2" charset="-122"/>
                <a:cs typeface="Arial" panose="020B0604020202020204" pitchFamily="34" charset="0"/>
              </a:rPr>
              <a:t>SITADC ORIENTATION MEETING</a:t>
            </a:r>
            <a:endParaRPr 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8E10E687-B7A9-DB4C-136A-44EDC8BAAEA0}"/>
              </a:ext>
            </a:extLst>
          </p:cNvPr>
          <p:cNvSpPr txBox="1"/>
          <p:nvPr/>
        </p:nvSpPr>
        <p:spPr>
          <a:xfrm>
            <a:off x="4838845" y="3101811"/>
            <a:ext cx="650968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i="1" spc="-69" dirty="0">
                <a:solidFill>
                  <a:srgbClr val="18375D"/>
                </a:solidFill>
                <a:latin typeface="Tw Cen MT Condensed Extra Bold" panose="020B0803020202020204" pitchFamily="34" charset="0"/>
                <a:ea typeface="Zilla Slab Italics"/>
                <a:cs typeface="Zilla Slab Italics"/>
                <a:sym typeface="Zilla Slab Italics"/>
              </a:rPr>
              <a:t>Presentation on the Strategic Plan (2025-2027)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39B5A9-8D54-286F-5FED-14B73E747BCC}"/>
              </a:ext>
            </a:extLst>
          </p:cNvPr>
          <p:cNvGrpSpPr/>
          <p:nvPr/>
        </p:nvGrpSpPr>
        <p:grpSpPr>
          <a:xfrm>
            <a:off x="5382882" y="4729920"/>
            <a:ext cx="5675997" cy="847219"/>
            <a:chOff x="4383785" y="5311392"/>
            <a:chExt cx="8478978" cy="2139936"/>
          </a:xfrm>
        </p:grpSpPr>
        <p:sp>
          <p:nvSpPr>
            <p:cNvPr id="9" name="TextBox 16">
              <a:extLst>
                <a:ext uri="{FF2B5EF4-FFF2-40B4-BE49-F238E27FC236}">
                  <a16:creationId xmlns:a16="http://schemas.microsoft.com/office/drawing/2014/main" id="{67A29F8A-A2B9-EE2C-6A49-947C1474F382}"/>
                </a:ext>
              </a:extLst>
            </p:cNvPr>
            <p:cNvSpPr txBox="1"/>
            <p:nvPr/>
          </p:nvSpPr>
          <p:spPr>
            <a:xfrm>
              <a:off x="4511032" y="6225800"/>
              <a:ext cx="7844464" cy="1225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8"/>
                </a:lnSpc>
              </a:pPr>
              <a:r>
                <a:rPr lang="en-US" sz="2400" spc="46" dirty="0">
                  <a:solidFill>
                    <a:srgbClr val="00B050"/>
                  </a:solidFill>
                  <a:latin typeface="Pluma"/>
                  <a:ea typeface="Pluma"/>
                  <a:cs typeface="Pluma"/>
                  <a:sym typeface="Pluma"/>
                </a:rPr>
                <a:t>by Moses Mwale - Founder &amp; CEO </a:t>
              </a:r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AE25A0E2-8404-6415-9FE7-76FF3B2D79BE}"/>
                </a:ext>
              </a:extLst>
            </p:cNvPr>
            <p:cNvSpPr txBox="1"/>
            <p:nvPr/>
          </p:nvSpPr>
          <p:spPr>
            <a:xfrm>
              <a:off x="4383785" y="5311392"/>
              <a:ext cx="8478978" cy="914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6"/>
                </a:lnSpc>
              </a:pPr>
              <a:r>
                <a:rPr lang="en-US" sz="1400" b="1" spc="743" dirty="0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8TH FEBRUARY, 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994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391037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76202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110818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499080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C6BB38A-669B-A80F-08B1-FEFC1579C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202453"/>
              </p:ext>
            </p:extLst>
          </p:nvPr>
        </p:nvGraphicFramePr>
        <p:xfrm>
          <a:off x="4459284" y="1857829"/>
          <a:ext cx="6933742" cy="468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587A293-911C-EEEB-7DCA-BA5A54EDB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1937659"/>
              </p:ext>
            </p:extLst>
          </p:nvPr>
        </p:nvGraphicFramePr>
        <p:xfrm>
          <a:off x="5888972" y="1631707"/>
          <a:ext cx="4059074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24872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876202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110818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499080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56E9359-C094-1981-1346-BFFA782BA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206963"/>
              </p:ext>
            </p:extLst>
          </p:nvPr>
        </p:nvGraphicFramePr>
        <p:xfrm>
          <a:off x="3296791" y="108856"/>
          <a:ext cx="8046006" cy="5109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A734423-5A89-1A28-C627-ADE068056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693179"/>
              </p:ext>
            </p:extLst>
          </p:nvPr>
        </p:nvGraphicFramePr>
        <p:xfrm>
          <a:off x="3561023" y="4326069"/>
          <a:ext cx="7606335" cy="2879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752304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110818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499080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CB8411-ECEA-C09C-4025-E1B86FA64D30}"/>
              </a:ext>
            </a:extLst>
          </p:cNvPr>
          <p:cNvSpPr txBox="1"/>
          <p:nvPr/>
        </p:nvSpPr>
        <p:spPr>
          <a:xfrm>
            <a:off x="3228764" y="1376563"/>
            <a:ext cx="528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Why We Need a Strategic Plan?</a:t>
            </a:r>
            <a:endParaRPr lang="en-US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8BA6113-44F5-9AF7-0809-7B7015736A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18909"/>
              </p:ext>
            </p:extLst>
          </p:nvPr>
        </p:nvGraphicFramePr>
        <p:xfrm>
          <a:off x="3318986" y="783369"/>
          <a:ext cx="7263835" cy="6029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0925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499080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9EF55F-286D-9A94-039C-42A78AA2A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479823"/>
              </p:ext>
            </p:extLst>
          </p:nvPr>
        </p:nvGraphicFramePr>
        <p:xfrm>
          <a:off x="3065792" y="446121"/>
          <a:ext cx="7292304" cy="2601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94DD5AB-791B-2694-C7E9-066902429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5242674"/>
              </p:ext>
            </p:extLst>
          </p:nvPr>
        </p:nvGraphicFramePr>
        <p:xfrm>
          <a:off x="3902517" y="3047808"/>
          <a:ext cx="5148374" cy="3498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65668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17367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9852794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262610C-7B65-AC53-D1B0-8C9E95CF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0068914"/>
              </p:ext>
            </p:extLst>
          </p:nvPr>
        </p:nvGraphicFramePr>
        <p:xfrm>
          <a:off x="2935705" y="420913"/>
          <a:ext cx="6903982" cy="6125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121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0955CEC-2444-804F-5FB7-9331CAC19C82}"/>
              </a:ext>
            </a:extLst>
          </p:cNvPr>
          <p:cNvSpPr txBox="1"/>
          <p:nvPr/>
        </p:nvSpPr>
        <p:spPr>
          <a:xfrm>
            <a:off x="2120778" y="227148"/>
            <a:ext cx="753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The 3-Year Strategic Plan will be implemented in three phases, ensuring steady growth, assessment, and sustainability. Each year has specific goals, activities, and key milestones to track progress and impact.  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30A3B-CB1F-AC65-E611-2D6775B7A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43593"/>
              </p:ext>
            </p:extLst>
          </p:nvPr>
        </p:nvGraphicFramePr>
        <p:xfrm>
          <a:off x="2207951" y="1781090"/>
          <a:ext cx="745107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690">
                  <a:extLst>
                    <a:ext uri="{9D8B030D-6E8A-4147-A177-3AD203B41FA5}">
                      <a16:colId xmlns:a16="http://schemas.microsoft.com/office/drawing/2014/main" val="1743437006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2098045847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368789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SPECIFIC GOALS,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ACTIVITIES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KEY MILESTONES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58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Objective: Establish strong program structures, initiate key projects, and build partnerships.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🔸Education &amp; Skills Development  </a:t>
                      </a:r>
                    </a:p>
                    <a:p>
                      <a:r>
                        <a:rPr lang="en-US" dirty="0"/>
                        <a:t>🔸 Mental Health &amp; SRHR  </a:t>
                      </a:r>
                    </a:p>
                    <a:p>
                      <a:r>
                        <a:rPr lang="en-US" dirty="0"/>
                        <a:t>🔸 Entrepreneurship &amp; Innovation  </a:t>
                      </a:r>
                    </a:p>
                    <a:p>
                      <a:r>
                        <a:rPr lang="en-US" dirty="0"/>
                        <a:t>🔸 Leadership &amp; Community Engagement 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5,000+ youth engaged in education, health, and leadership programs.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10+ new strategic partnerships formed with NGOs, corporate sponsors, and government agencies.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Established M&amp;E framework to track program impact. 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253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C186DD-F832-CD1B-C20B-6CD23F825E07}"/>
              </a:ext>
            </a:extLst>
          </p:cNvPr>
          <p:cNvSpPr txBox="1"/>
          <p:nvPr/>
        </p:nvSpPr>
        <p:spPr>
          <a:xfrm>
            <a:off x="2132960" y="1427477"/>
            <a:ext cx="477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Year 1 – 2025 (Foundation &amp; Implementation)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547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0955CEC-2444-804F-5FB7-9331CAC19C82}"/>
              </a:ext>
            </a:extLst>
          </p:cNvPr>
          <p:cNvSpPr txBox="1"/>
          <p:nvPr/>
        </p:nvSpPr>
        <p:spPr>
          <a:xfrm>
            <a:off x="2120778" y="227148"/>
            <a:ext cx="753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The 3-Year Strategic Plan will be implemented in three phases, ensuring steady growth, assessment, and sustainability. Each year has specific goals, activities, and key milestones to track progress and impact.  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30A3B-CB1F-AC65-E611-2D6775B7A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097768"/>
              </p:ext>
            </p:extLst>
          </p:nvPr>
        </p:nvGraphicFramePr>
        <p:xfrm>
          <a:off x="2207951" y="1781090"/>
          <a:ext cx="745107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690">
                  <a:extLst>
                    <a:ext uri="{9D8B030D-6E8A-4147-A177-3AD203B41FA5}">
                      <a16:colId xmlns:a16="http://schemas.microsoft.com/office/drawing/2014/main" val="1743437006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2098045847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368789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SPECIFIC GOALS,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ACTIVITIES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KEY MILESTONES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58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Objective: Expand programs, assess progress, and refine strategies.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 Program Expansion &amp; Impact Assessment  </a:t>
                      </a:r>
                    </a:p>
                    <a:p>
                      <a:r>
                        <a:rPr lang="en-US" dirty="0"/>
                        <a:t>🔸 Health &amp; Well-being  </a:t>
                      </a:r>
                    </a:p>
                    <a:p>
                      <a:r>
                        <a:rPr lang="en-US" dirty="0"/>
                        <a:t>🔸 Entrepreneurship &amp; Funding </a:t>
                      </a:r>
                    </a:p>
                    <a:p>
                      <a:r>
                        <a:rPr lang="en-US" dirty="0"/>
                        <a:t>🔸 Community Engagement &amp; Advocacy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10,000+ youth benefited from education, health, and entrepreneurship programs.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Successful mid-term review and program adjustments completed.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Strengthened financial sustainability through diverse funding sources.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253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C186DD-F832-CD1B-C20B-6CD23F825E07}"/>
              </a:ext>
            </a:extLst>
          </p:cNvPr>
          <p:cNvSpPr txBox="1"/>
          <p:nvPr/>
        </p:nvSpPr>
        <p:spPr>
          <a:xfrm>
            <a:off x="2132960" y="1427477"/>
            <a:ext cx="477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Year 2 – 2026 (Mid-Term Review &amp; Expansion)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356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242214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0955CEC-2444-804F-5FB7-9331CAC19C82}"/>
              </a:ext>
            </a:extLst>
          </p:cNvPr>
          <p:cNvSpPr txBox="1"/>
          <p:nvPr/>
        </p:nvSpPr>
        <p:spPr>
          <a:xfrm>
            <a:off x="2120778" y="227148"/>
            <a:ext cx="753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The 3-Year Strategic Plan will be implemented in three phases, ensuring steady growth, assessment, and sustainability. Each year has specific goals, activities, and key milestones to track progress and impact.  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30A3B-CB1F-AC65-E611-2D6775B7A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230290"/>
              </p:ext>
            </p:extLst>
          </p:nvPr>
        </p:nvGraphicFramePr>
        <p:xfrm>
          <a:off x="2207951" y="1781090"/>
          <a:ext cx="745107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690">
                  <a:extLst>
                    <a:ext uri="{9D8B030D-6E8A-4147-A177-3AD203B41FA5}">
                      <a16:colId xmlns:a16="http://schemas.microsoft.com/office/drawing/2014/main" val="1743437006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2098045847"/>
                    </a:ext>
                  </a:extLst>
                </a:gridCol>
                <a:gridCol w="2483690">
                  <a:extLst>
                    <a:ext uri="{9D8B030D-6E8A-4147-A177-3AD203B41FA5}">
                      <a16:colId xmlns:a16="http://schemas.microsoft.com/office/drawing/2014/main" val="368789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SPECIFIC GOALS,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ACTIVITIES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n w="0"/>
                          <a:solidFill>
                            <a:schemeClr val="bg1"/>
                          </a:soli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KEY MILESTONES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58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Objective: Ensure long-term sustainability, scale impact, and prepare for the next strategic cycle.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 Scaling &amp; Institutionalizing Programs</a:t>
                      </a:r>
                    </a:p>
                    <a:p>
                      <a:r>
                        <a:rPr lang="en-US" dirty="0"/>
                        <a:t>🔸 Health &amp; Digital Innovations</a:t>
                      </a:r>
                    </a:p>
                    <a:p>
                      <a:r>
                        <a:rPr lang="en-US" dirty="0"/>
                        <a:t>🔸 Fundraising &amp; Sustainability Strategy  </a:t>
                      </a:r>
                    </a:p>
                    <a:p>
                      <a:r>
                        <a:rPr lang="en-US" dirty="0"/>
                        <a:t>🔸 Program Impact Evaluation &amp; Future Planning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Over 15,000+ youth empowered across all programs.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Long-term partnerships established for financial and operational sustainability. 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✅ SITADC positioned as a leading youth empowerment organization.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253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C186DD-F832-CD1B-C20B-6CD23F825E07}"/>
              </a:ext>
            </a:extLst>
          </p:cNvPr>
          <p:cNvSpPr txBox="1"/>
          <p:nvPr/>
        </p:nvSpPr>
        <p:spPr>
          <a:xfrm>
            <a:off x="2132960" y="1427477"/>
            <a:ext cx="545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Year 3 – 2027 (Final Phase &amp; Sustainability Planning)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6779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27927A6-F27D-C276-A9F9-23FA42B659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542738"/>
              </p:ext>
            </p:extLst>
          </p:nvPr>
        </p:nvGraphicFramePr>
        <p:xfrm>
          <a:off x="1763157" y="712921"/>
          <a:ext cx="7394343" cy="5833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6A4F65-E499-B1AA-C749-524AF7FD2DB5}"/>
              </a:ext>
            </a:extLst>
          </p:cNvPr>
          <p:cNvSpPr txBox="1"/>
          <p:nvPr/>
        </p:nvSpPr>
        <p:spPr>
          <a:xfrm>
            <a:off x="2033306" y="110400"/>
            <a:ext cx="5055773" cy="49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How Will We Track Progress?  </a:t>
            </a:r>
          </a:p>
        </p:txBody>
      </p:sp>
    </p:spTree>
    <p:extLst>
      <p:ext uri="{BB962C8B-B14F-4D97-AF65-F5344CB8AC3E}">
        <p14:creationId xmlns:p14="http://schemas.microsoft.com/office/powerpoint/2010/main" val="156457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E6A4F65-E499-B1AA-C749-524AF7FD2DB5}"/>
              </a:ext>
            </a:extLst>
          </p:cNvPr>
          <p:cNvSpPr txBox="1"/>
          <p:nvPr/>
        </p:nvSpPr>
        <p:spPr>
          <a:xfrm>
            <a:off x="1661893" y="110400"/>
            <a:ext cx="5055773" cy="425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Key Performance Indicators (KPIs)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1BCA5D-1E99-5D6E-8A02-B2F5064DC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837719"/>
              </p:ext>
            </p:extLst>
          </p:nvPr>
        </p:nvGraphicFramePr>
        <p:xfrm>
          <a:off x="1740961" y="602522"/>
          <a:ext cx="7447000" cy="58693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12964">
                  <a:extLst>
                    <a:ext uri="{9D8B030D-6E8A-4147-A177-3AD203B41FA5}">
                      <a16:colId xmlns:a16="http://schemas.microsoft.com/office/drawing/2014/main" val="1669379978"/>
                    </a:ext>
                  </a:extLst>
                </a:gridCol>
                <a:gridCol w="3934036">
                  <a:extLst>
                    <a:ext uri="{9D8B030D-6E8A-4147-A177-3AD203B41FA5}">
                      <a16:colId xmlns:a16="http://schemas.microsoft.com/office/drawing/2014/main" val="3518132526"/>
                    </a:ext>
                  </a:extLst>
                </a:gridCol>
              </a:tblGrid>
              <a:tr h="308911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</a:rPr>
                        <a:t>Strategic Goal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</a:rPr>
                        <a:t>Key Performance Indicators (KPIs)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8586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Expand Educational &amp; Skill Development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youth enrolled in education &amp; vocational programs.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679948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Percentage of youth who complete training &amp; gain employment.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18504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Strengthen Mental Health &amp; Well-being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youth receiving mental health counseling &amp; support.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86446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mental health awareness seminars conducted.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31400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Leverage Technology for Education &amp; Health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youth accessing online learning &amp; telehealth services.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974490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Engagement rates on digital education platforms &amp; social media.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05401"/>
                  </a:ext>
                </a:extLst>
              </a:tr>
              <a:tr h="76169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Enhance Partnerships &amp; Community Engagement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partnerships established with NGOs, government, &amp; corporate sponsors.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031398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community awareness events &amp; attendance.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66439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Strengthen Organizational Sustainability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Amount of funds raised annually through grants &amp; sponsorships.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532733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Number of leadership training sessions for SITADC staff &amp; volunteers.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97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734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676138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E6A4F65-E499-B1AA-C749-524AF7FD2DB5}"/>
              </a:ext>
            </a:extLst>
          </p:cNvPr>
          <p:cNvSpPr txBox="1"/>
          <p:nvPr/>
        </p:nvSpPr>
        <p:spPr>
          <a:xfrm>
            <a:off x="1675764" y="401812"/>
            <a:ext cx="6428222" cy="425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Reporting Schedule (Quarterly &amp; Annual Reports)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96709AF-7880-5CEA-8DB2-5F5999657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584817"/>
              </p:ext>
            </p:extLst>
          </p:nvPr>
        </p:nvGraphicFramePr>
        <p:xfrm>
          <a:off x="1736200" y="47108"/>
          <a:ext cx="7528716" cy="6103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299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690626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044521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D4A582-9861-7E1C-8239-21048BC5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842336"/>
              </p:ext>
            </p:extLst>
          </p:nvPr>
        </p:nvGraphicFramePr>
        <p:xfrm>
          <a:off x="1318516" y="312057"/>
          <a:ext cx="7466841" cy="51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947">
                  <a:extLst>
                    <a:ext uri="{9D8B030D-6E8A-4147-A177-3AD203B41FA5}">
                      <a16:colId xmlns:a16="http://schemas.microsoft.com/office/drawing/2014/main" val="3449729033"/>
                    </a:ext>
                  </a:extLst>
                </a:gridCol>
                <a:gridCol w="2488947">
                  <a:extLst>
                    <a:ext uri="{9D8B030D-6E8A-4147-A177-3AD203B41FA5}">
                      <a16:colId xmlns:a16="http://schemas.microsoft.com/office/drawing/2014/main" val="3838720976"/>
                    </a:ext>
                  </a:extLst>
                </a:gridCol>
                <a:gridCol w="2488947">
                  <a:extLst>
                    <a:ext uri="{9D8B030D-6E8A-4147-A177-3AD203B41FA5}">
                      <a16:colId xmlns:a16="http://schemas.microsoft.com/office/drawing/2014/main" val="391208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Organizational Structure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 of Each Leader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Youth Leadership Development &amp; Community Engagement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3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Leaders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CEO &amp; Leadership Team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Building the Next Generation of Leaders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92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Director Of 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Directors &amp; Coordinators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Empowering Youth Through Community Engagement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80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Mid-Level 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 &amp; Volunteer Team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Community &amp; Stakeholder Engagement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486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269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57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9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59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690626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012304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433941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505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690626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012304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14598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1809635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442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1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Introduction &amp; Purpose of the Meeting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8793" y="0"/>
            <a:ext cx="12191999" cy="6858000"/>
            <a:chOff x="1" y="0"/>
            <a:chExt cx="12191999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Overview of SITADC Youth Organization 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737055" y="0"/>
            <a:ext cx="12191999" cy="6858000"/>
            <a:chOff x="1" y="0"/>
            <a:chExt cx="12191999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Importance of the Strategic Plan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090769" y="0"/>
            <a:ext cx="12191999" cy="6858000"/>
            <a:chOff x="1" y="0"/>
            <a:chExt cx="1219199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206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55070"/>
              <a:ext cx="5486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Strategic Goals &amp; Key Objectives (2025-2027)</a:t>
              </a:r>
              <a:endParaRPr lang="en-US" sz="2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479031" y="0"/>
            <a:ext cx="12191999" cy="6858000"/>
            <a:chOff x="1" y="0"/>
            <a:chExt cx="12191999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FF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Program Focus Areas</a:t>
              </a:r>
              <a:endPara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1835778" y="0"/>
            <a:ext cx="12191999" cy="6858000"/>
            <a:chOff x="1" y="0"/>
            <a:chExt cx="1219199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8996201" y="3263481"/>
              <a:ext cx="5885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Implementation Timeline &amp; Key Milestones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224040" y="0"/>
            <a:ext cx="12191999" cy="6858000"/>
            <a:chOff x="1" y="0"/>
            <a:chExt cx="12191999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Monitoring &amp; Evaluation Framework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2690626" y="0"/>
            <a:ext cx="12214194" cy="6858000"/>
            <a:chOff x="-22194" y="0"/>
            <a:chExt cx="12214194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-22194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Leadership &amp; Governance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012304" y="0"/>
            <a:ext cx="12191999" cy="6858000"/>
            <a:chOff x="1" y="0"/>
            <a:chExt cx="12191999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Risk Management &amp; Contingency Plans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414598" y="0"/>
            <a:ext cx="12191999" cy="6858000"/>
            <a:chOff x="1" y="0"/>
            <a:chExt cx="12191999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00B05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Next Steps &amp; Call to Action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FB62D4-F7A3-7ECC-BA3B-9A7F15498DA4}"/>
              </a:ext>
            </a:extLst>
          </p:cNvPr>
          <p:cNvGrpSpPr/>
          <p:nvPr/>
        </p:nvGrpSpPr>
        <p:grpSpPr>
          <a:xfrm>
            <a:off x="-3822763" y="0"/>
            <a:ext cx="12191999" cy="6858000"/>
            <a:chOff x="1" y="0"/>
            <a:chExt cx="12191999" cy="6858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DFFD11-C1B8-5E2F-5478-A5FC3C473FEF}"/>
                </a:ext>
              </a:extLst>
            </p:cNvPr>
            <p:cNvSpPr/>
            <p:nvPr/>
          </p:nvSpPr>
          <p:spPr>
            <a:xfrm>
              <a:off x="1" y="0"/>
              <a:ext cx="1219199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bg2">
                  <a:lumMod val="10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460223F-BB9C-11A7-5B5F-E109F9E58D4B}"/>
                </a:ext>
              </a:extLst>
            </p:cNvPr>
            <p:cNvSpPr/>
            <p:nvPr/>
          </p:nvSpPr>
          <p:spPr>
            <a:xfrm rot="16200000">
              <a:off x="8888134" y="3242077"/>
              <a:ext cx="6125029" cy="482702"/>
            </a:xfrm>
            <a:prstGeom prst="roundRect">
              <a:avLst>
                <a:gd name="adj" fmla="val 43729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889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9F9D5D-904E-5E1A-7A21-F53773ED73E3}"/>
                </a:ext>
              </a:extLst>
            </p:cNvPr>
            <p:cNvSpPr txBox="1"/>
            <p:nvPr/>
          </p:nvSpPr>
          <p:spPr>
            <a:xfrm rot="16200000">
              <a:off x="9195772" y="3339681"/>
              <a:ext cx="548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B0503020204020204" pitchFamily="2" charset="-122"/>
                  <a:cs typeface="Arial" panose="020B0604020202020204" pitchFamily="34" charset="0"/>
                </a:rPr>
                <a:t>Closing Remarks</a:t>
              </a:r>
              <a:endParaRPr lang="en-US" sz="36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503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2062</Words>
  <Application>Microsoft Office PowerPoint</Application>
  <PresentationFormat>Widescreen</PresentationFormat>
  <Paragraphs>361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Aleo Bold</vt:lpstr>
      <vt:lpstr>Aptos Narrow</vt:lpstr>
      <vt:lpstr>Arial</vt:lpstr>
      <vt:lpstr>Arial Black</vt:lpstr>
      <vt:lpstr>Calibri</vt:lpstr>
      <vt:lpstr>Calibri Light</vt:lpstr>
      <vt:lpstr>Georgia</vt:lpstr>
      <vt:lpstr>Pluma</vt:lpstr>
      <vt:lpstr>Tw Cen MT Condensed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Moses Mwale</dc:creator>
  <cp:lastModifiedBy>Moses Mwale</cp:lastModifiedBy>
  <cp:revision>8</cp:revision>
  <dcterms:created xsi:type="dcterms:W3CDTF">2025-02-07T21:08:32Z</dcterms:created>
  <dcterms:modified xsi:type="dcterms:W3CDTF">2025-02-08T08:46:32Z</dcterms:modified>
</cp:coreProperties>
</file>